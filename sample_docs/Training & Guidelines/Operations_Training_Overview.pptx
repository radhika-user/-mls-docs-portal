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MLS Research &amp; Data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 Training &amp; Standard Guidelines</a:t>
            </a:r>
          </a:p>
          <a:p>
            <a:r>
              <a:t>Research Operations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 all documentation and SOPs</a:t>
            </a:r>
          </a:p>
          <a:p>
            <a:r>
              <a:t>• Ensure high data integrity across all counties</a:t>
            </a:r>
          </a:p>
          <a:p>
            <a:r>
              <a:t>• Provide transparent team-wide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