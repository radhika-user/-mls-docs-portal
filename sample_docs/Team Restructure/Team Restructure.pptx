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9A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183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95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71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81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9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163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04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082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588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08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413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74929172-4BF7-429F-BA25-7E9D1A4215EE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7966EA62-41C5-4F9A-A915-5B0BC739C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16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FE9AF7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C98437-2DAF-DDEC-0AF3-7EA9F625F424}"/>
              </a:ext>
            </a:extLst>
          </p:cNvPr>
          <p:cNvSpPr/>
          <p:nvPr/>
        </p:nvSpPr>
        <p:spPr>
          <a:xfrm>
            <a:off x="5091223" y="127591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Yonus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(SPOC)</a:t>
            </a:r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D292B7-391D-BD13-9843-0E419921C78C}"/>
              </a:ext>
            </a:extLst>
          </p:cNvPr>
          <p:cNvSpPr/>
          <p:nvPr/>
        </p:nvSpPr>
        <p:spPr>
          <a:xfrm>
            <a:off x="2169043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D41B0E5-A7F8-EE39-F94D-152AC381E22F}"/>
              </a:ext>
            </a:extLst>
          </p:cNvPr>
          <p:cNvSpPr/>
          <p:nvPr/>
        </p:nvSpPr>
        <p:spPr>
          <a:xfrm>
            <a:off x="7927291" y="1258189"/>
            <a:ext cx="2009553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HB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040B7-6BB4-E14B-C638-0EF56E254F94}"/>
              </a:ext>
            </a:extLst>
          </p:cNvPr>
          <p:cNvSpPr/>
          <p:nvPr/>
        </p:nvSpPr>
        <p:spPr>
          <a:xfrm>
            <a:off x="1116419" y="4033309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 Downloading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Wave 27">
            <a:extLst>
              <a:ext uri="{FF2B5EF4-FFF2-40B4-BE49-F238E27FC236}">
                <a16:creationId xmlns:a16="http://schemas.microsoft.com/office/drawing/2014/main" id="{06A7EBF2-1038-7E08-7B76-26352032BE94}"/>
              </a:ext>
            </a:extLst>
          </p:cNvPr>
          <p:cNvSpPr/>
          <p:nvPr/>
        </p:nvSpPr>
        <p:spPr>
          <a:xfrm>
            <a:off x="2169043" y="5310069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Saradha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467713E-C112-AB4E-69B6-9271A36DF540}"/>
              </a:ext>
            </a:extLst>
          </p:cNvPr>
          <p:cNvSpPr/>
          <p:nvPr/>
        </p:nvSpPr>
        <p:spPr>
          <a:xfrm>
            <a:off x="2416382" y="2456125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Dallas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Austin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Houston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093544D-5C4C-3239-41EE-0C0D316D07C3}"/>
              </a:ext>
            </a:extLst>
          </p:cNvPr>
          <p:cNvSpPr/>
          <p:nvPr/>
        </p:nvSpPr>
        <p:spPr>
          <a:xfrm>
            <a:off x="8098855" y="2340048"/>
            <a:ext cx="1514874" cy="891362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Ellis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FBCAD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C38B901-C2A4-5A52-81C4-B98D1346F836}"/>
              </a:ext>
            </a:extLst>
          </p:cNvPr>
          <p:cNvSpPr/>
          <p:nvPr/>
        </p:nvSpPr>
        <p:spPr>
          <a:xfrm>
            <a:off x="2572648" y="4012033"/>
            <a:ext cx="1202341" cy="542250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Validation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CC7950E-4C52-0F48-084D-41348874CDCF}"/>
              </a:ext>
            </a:extLst>
          </p:cNvPr>
          <p:cNvSpPr/>
          <p:nvPr/>
        </p:nvSpPr>
        <p:spPr>
          <a:xfrm>
            <a:off x="4000523" y="398631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Uploading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47DD5DC-6070-82E8-0790-49EE4B8D59BC}"/>
              </a:ext>
            </a:extLst>
          </p:cNvPr>
          <p:cNvSpPr/>
          <p:nvPr/>
        </p:nvSpPr>
        <p:spPr>
          <a:xfrm>
            <a:off x="6998766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Sales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28CFC68-20D1-53B8-3C26-A6C4D74DD89A}"/>
              </a:ext>
            </a:extLst>
          </p:cNvPr>
          <p:cNvSpPr/>
          <p:nvPr/>
        </p:nvSpPr>
        <p:spPr>
          <a:xfrm>
            <a:off x="5713981" y="3997796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Downloads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EB0BD8-E446-6E59-F52A-C35B800065DC}"/>
              </a:ext>
            </a:extLst>
          </p:cNvPr>
          <p:cNvSpPr/>
          <p:nvPr/>
        </p:nvSpPr>
        <p:spPr>
          <a:xfrm>
            <a:off x="10742128" y="3972143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Spartaxx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Updates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262294C-AA33-67FD-3CFF-F39C5BACC65B}"/>
              </a:ext>
            </a:extLst>
          </p:cNvPr>
          <p:cNvSpPr/>
          <p:nvPr/>
        </p:nvSpPr>
        <p:spPr>
          <a:xfrm>
            <a:off x="9498625" y="3980114"/>
            <a:ext cx="1202341" cy="563526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PW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Indexing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1070BE6-C686-DAC1-B4B1-7E15D10A4ED5}"/>
              </a:ext>
            </a:extLst>
          </p:cNvPr>
          <p:cNvSpPr/>
          <p:nvPr/>
        </p:nvSpPr>
        <p:spPr>
          <a:xfrm>
            <a:off x="8255123" y="3980113"/>
            <a:ext cx="1186590" cy="581253"/>
          </a:xfrm>
          <a:prstGeom prst="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b="1" kern="1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U&amp;E/Median/</a:t>
            </a:r>
            <a:b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200" b="1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Values extraction</a:t>
            </a:r>
          </a:p>
          <a:p>
            <a:pPr algn="ctr"/>
            <a:endParaRPr lang="en-IN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Wave 48">
            <a:extLst>
              <a:ext uri="{FF2B5EF4-FFF2-40B4-BE49-F238E27FC236}">
                <a16:creationId xmlns:a16="http://schemas.microsoft.com/office/drawing/2014/main" id="{9852CA30-19C6-55AC-1476-EDD8C356E9BA}"/>
              </a:ext>
            </a:extLst>
          </p:cNvPr>
          <p:cNvSpPr/>
          <p:nvPr/>
        </p:nvSpPr>
        <p:spPr>
          <a:xfrm>
            <a:off x="7525508" y="5282594"/>
            <a:ext cx="2262698" cy="891362"/>
          </a:xfrm>
          <a:prstGeom prst="wave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Sreeram</a:t>
            </a:r>
            <a:b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(QC)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C5460FE-E512-6344-8E0F-CFFC4EF11B59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3157868" y="1833692"/>
            <a:ext cx="15951" cy="6224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D409A7D-98CF-E67C-88AD-B912FA4980FA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8932068" y="1821715"/>
            <a:ext cx="20546" cy="5183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98AFA0E-4ED0-084D-D40A-438A1B23B81D}"/>
              </a:ext>
            </a:extLst>
          </p:cNvPr>
          <p:cNvCxnSpPr/>
          <p:nvPr/>
        </p:nvCxnSpPr>
        <p:spPr>
          <a:xfrm>
            <a:off x="3157868" y="3429000"/>
            <a:ext cx="0" cy="186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155362AC-4FEF-D58B-DD49-A82A760DD036}"/>
              </a:ext>
            </a:extLst>
          </p:cNvPr>
          <p:cNvCxnSpPr/>
          <p:nvPr/>
        </p:nvCxnSpPr>
        <p:spPr>
          <a:xfrm>
            <a:off x="2062716" y="3615070"/>
            <a:ext cx="0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B582A7F3-BE76-8952-9FE7-EB85E92EECEE}"/>
              </a:ext>
            </a:extLst>
          </p:cNvPr>
          <p:cNvCxnSpPr>
            <a:endCxn id="40" idx="0"/>
          </p:cNvCxnSpPr>
          <p:nvPr/>
        </p:nvCxnSpPr>
        <p:spPr>
          <a:xfrm>
            <a:off x="3165843" y="3615070"/>
            <a:ext cx="7976" cy="3969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46C3F2E3-C793-6751-D19A-C2ABC4EBBF1C}"/>
              </a:ext>
            </a:extLst>
          </p:cNvPr>
          <p:cNvCxnSpPr>
            <a:endCxn id="41" idx="0"/>
          </p:cNvCxnSpPr>
          <p:nvPr/>
        </p:nvCxnSpPr>
        <p:spPr>
          <a:xfrm>
            <a:off x="4601693" y="3615070"/>
            <a:ext cx="1" cy="371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3C3265C-9DC4-2A6E-A85F-5CD7BE00A040}"/>
              </a:ext>
            </a:extLst>
          </p:cNvPr>
          <p:cNvCxnSpPr>
            <a:cxnSpLocks/>
          </p:cNvCxnSpPr>
          <p:nvPr/>
        </p:nvCxnSpPr>
        <p:spPr>
          <a:xfrm>
            <a:off x="8848418" y="3347487"/>
            <a:ext cx="7874" cy="248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C5F20E9-8A51-E8BB-A91D-66C984D6A753}"/>
              </a:ext>
            </a:extLst>
          </p:cNvPr>
          <p:cNvCxnSpPr>
            <a:endCxn id="43" idx="0"/>
          </p:cNvCxnSpPr>
          <p:nvPr/>
        </p:nvCxnSpPr>
        <p:spPr>
          <a:xfrm>
            <a:off x="6315151" y="3615070"/>
            <a:ext cx="1" cy="3827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F30AAC29-A575-42CA-0FB4-F52569A182C8}"/>
              </a:ext>
            </a:extLst>
          </p:cNvPr>
          <p:cNvCxnSpPr>
            <a:endCxn id="42" idx="0"/>
          </p:cNvCxnSpPr>
          <p:nvPr/>
        </p:nvCxnSpPr>
        <p:spPr>
          <a:xfrm>
            <a:off x="7599936" y="3615070"/>
            <a:ext cx="1" cy="3650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8E12291-72E6-2901-0037-CA02B1C4E297}"/>
              </a:ext>
            </a:extLst>
          </p:cNvPr>
          <p:cNvCxnSpPr>
            <a:endCxn id="46" idx="0"/>
          </p:cNvCxnSpPr>
          <p:nvPr/>
        </p:nvCxnSpPr>
        <p:spPr>
          <a:xfrm flipH="1">
            <a:off x="8848418" y="3615070"/>
            <a:ext cx="7874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3EBFD351-0DCB-5988-BD23-5EDDF691C297}"/>
              </a:ext>
            </a:extLst>
          </p:cNvPr>
          <p:cNvCxnSpPr>
            <a:endCxn id="45" idx="0"/>
          </p:cNvCxnSpPr>
          <p:nvPr/>
        </p:nvCxnSpPr>
        <p:spPr>
          <a:xfrm>
            <a:off x="10099795" y="3596452"/>
            <a:ext cx="1" cy="3836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B98AC5B-5598-2991-1435-6B1D79526BD6}"/>
              </a:ext>
            </a:extLst>
          </p:cNvPr>
          <p:cNvCxnSpPr/>
          <p:nvPr/>
        </p:nvCxnSpPr>
        <p:spPr>
          <a:xfrm>
            <a:off x="11642651" y="3615070"/>
            <a:ext cx="0" cy="365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82D1B80C-384E-9A06-1C3F-E7C526BFA669}"/>
              </a:ext>
            </a:extLst>
          </p:cNvPr>
          <p:cNvCxnSpPr>
            <a:cxnSpLocks/>
          </p:cNvCxnSpPr>
          <p:nvPr/>
        </p:nvCxnSpPr>
        <p:spPr>
          <a:xfrm flipV="1">
            <a:off x="6315151" y="3596452"/>
            <a:ext cx="5327500" cy="18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DD39F06D-EDD7-4B30-0AF7-8D9B8AB0F986}"/>
              </a:ext>
            </a:extLst>
          </p:cNvPr>
          <p:cNvCxnSpPr/>
          <p:nvPr/>
        </p:nvCxnSpPr>
        <p:spPr>
          <a:xfrm>
            <a:off x="2062716" y="3615070"/>
            <a:ext cx="25389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254B5BF-5C3F-AA8A-FE00-FDA4C3483A9A}"/>
              </a:ext>
            </a:extLst>
          </p:cNvPr>
          <p:cNvCxnSpPr/>
          <p:nvPr/>
        </p:nvCxnSpPr>
        <p:spPr>
          <a:xfrm>
            <a:off x="1754372" y="4720856"/>
            <a:ext cx="0" cy="329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494FE545-5FE6-15D2-C427-7D99DA3E8E31}"/>
              </a:ext>
            </a:extLst>
          </p:cNvPr>
          <p:cNvCxnSpPr>
            <a:cxnSpLocks/>
          </p:cNvCxnSpPr>
          <p:nvPr/>
        </p:nvCxnSpPr>
        <p:spPr>
          <a:xfrm>
            <a:off x="1754372" y="5050465"/>
            <a:ext cx="28473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A5B6D292-7804-65BD-F811-68AEE0E67152}"/>
              </a:ext>
            </a:extLst>
          </p:cNvPr>
          <p:cNvCxnSpPr>
            <a:stCxn id="40" idx="2"/>
          </p:cNvCxnSpPr>
          <p:nvPr/>
        </p:nvCxnSpPr>
        <p:spPr>
          <a:xfrm>
            <a:off x="3173819" y="4554283"/>
            <a:ext cx="0" cy="496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5AAC259-468E-46FE-909A-BABA98530730}"/>
              </a:ext>
            </a:extLst>
          </p:cNvPr>
          <p:cNvCxnSpPr/>
          <p:nvPr/>
        </p:nvCxnSpPr>
        <p:spPr>
          <a:xfrm>
            <a:off x="4601693" y="4596835"/>
            <a:ext cx="0" cy="453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4CC7F7D-428A-2930-0A77-AE49A21B6843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7100776" y="409354"/>
            <a:ext cx="18312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E3DA2418-47E3-50B7-4D8A-2BAAE82CA072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3081670" y="409354"/>
            <a:ext cx="200955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2D90D452-3F0A-4FB1-4638-798E431A0A51}"/>
              </a:ext>
            </a:extLst>
          </p:cNvPr>
          <p:cNvCxnSpPr/>
          <p:nvPr/>
        </p:nvCxnSpPr>
        <p:spPr>
          <a:xfrm>
            <a:off x="3092302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2944D89E-C4AA-ABE7-5DB6-8A59745B6DEE}"/>
              </a:ext>
            </a:extLst>
          </p:cNvPr>
          <p:cNvCxnSpPr>
            <a:endCxn id="9" idx="0"/>
          </p:cNvCxnSpPr>
          <p:nvPr/>
        </p:nvCxnSpPr>
        <p:spPr>
          <a:xfrm>
            <a:off x="8932068" y="425302"/>
            <a:ext cx="0" cy="832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A1135A06-493B-83D1-6BCF-40E07FD9B8D8}"/>
              </a:ext>
            </a:extLst>
          </p:cNvPr>
          <p:cNvCxnSpPr>
            <a:cxnSpLocks/>
          </p:cNvCxnSpPr>
          <p:nvPr/>
        </p:nvCxnSpPr>
        <p:spPr>
          <a:xfrm>
            <a:off x="6315151" y="5050464"/>
            <a:ext cx="52211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E103B530-0D1C-D0C5-2649-0150E7EA112D}"/>
              </a:ext>
            </a:extLst>
          </p:cNvPr>
          <p:cNvCxnSpPr/>
          <p:nvPr/>
        </p:nvCxnSpPr>
        <p:spPr>
          <a:xfrm>
            <a:off x="6315151" y="4720856"/>
            <a:ext cx="0" cy="329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B620B0B1-7A8E-DA8E-024E-BD511F01DDE4}"/>
              </a:ext>
            </a:extLst>
          </p:cNvPr>
          <p:cNvCxnSpPr>
            <a:stCxn id="42" idx="2"/>
          </p:cNvCxnSpPr>
          <p:nvPr/>
        </p:nvCxnSpPr>
        <p:spPr>
          <a:xfrm flipH="1">
            <a:off x="7599936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>
            <a:extLst>
              <a:ext uri="{FF2B5EF4-FFF2-40B4-BE49-F238E27FC236}">
                <a16:creationId xmlns:a16="http://schemas.microsoft.com/office/drawing/2014/main" id="{97F71380-3CC4-A61A-F516-DDB49D138742}"/>
              </a:ext>
            </a:extLst>
          </p:cNvPr>
          <p:cNvCxnSpPr>
            <a:stCxn id="46" idx="2"/>
          </p:cNvCxnSpPr>
          <p:nvPr/>
        </p:nvCxnSpPr>
        <p:spPr>
          <a:xfrm>
            <a:off x="8848418" y="4561366"/>
            <a:ext cx="7874" cy="4890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5D0FDEE5-A320-66BF-D4B0-E6325325D3F1}"/>
              </a:ext>
            </a:extLst>
          </p:cNvPr>
          <p:cNvCxnSpPr>
            <a:stCxn id="45" idx="2"/>
          </p:cNvCxnSpPr>
          <p:nvPr/>
        </p:nvCxnSpPr>
        <p:spPr>
          <a:xfrm flipH="1">
            <a:off x="10099795" y="4543640"/>
            <a:ext cx="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C3BB7359-F730-B2A6-B151-131F7F76B81E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11342438" y="4535669"/>
            <a:ext cx="861" cy="5068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CF178AF1-AE9C-6DEE-065A-8624E434B644}"/>
              </a:ext>
            </a:extLst>
          </p:cNvPr>
          <p:cNvCxnSpPr>
            <a:cxnSpLocks/>
          </p:cNvCxnSpPr>
          <p:nvPr/>
        </p:nvCxnSpPr>
        <p:spPr>
          <a:xfrm>
            <a:off x="3165843" y="5056313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D0B3D79A-463F-FFB8-D798-8AAB5007D431}"/>
              </a:ext>
            </a:extLst>
          </p:cNvPr>
          <p:cNvCxnSpPr>
            <a:cxnSpLocks/>
          </p:cNvCxnSpPr>
          <p:nvPr/>
        </p:nvCxnSpPr>
        <p:spPr>
          <a:xfrm>
            <a:off x="8838811" y="5107378"/>
            <a:ext cx="7975" cy="3081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19261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1669306</Value>
      <Value>1669445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2013-01-21T07:54:00+00:00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ApprovalLog xmlns="4873beb7-5857-4685-be1f-d57550cc96cc" xsi:nil="true"/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TP104001058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875887</LocLastLocAttemptVersionLookup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LocMarketGroupTiers2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Props1.xml><?xml version="1.0" encoding="utf-8"?>
<ds:datastoreItem xmlns:ds="http://schemas.openxmlformats.org/officeDocument/2006/customXml" ds:itemID="{0ED8FEBD-5ABD-4CF4-8A24-EAAA08BD57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95EAC7E-3670-4A33-88E9-089AAE82E0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7CCCEA7-1327-49DD-AC35-4264F7CCB5D7}">
  <ds:schemaRefs>
    <ds:schemaRef ds:uri="http://schemas.microsoft.com/office/2006/metadata/properties"/>
    <ds:schemaRef ds:uri="http://schemas.microsoft.com/office/infopath/2007/PartnerControls"/>
    <ds:schemaRef ds:uri="4873beb7-5857-4685-be1f-d57550cc96c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1350</TotalTime>
  <Words>52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Corbel</vt:lpstr>
      <vt:lpstr>Basis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Deepika Nagarathinam</dc:creator>
  <cp:lastModifiedBy>Deepika Nagarathinam</cp:lastModifiedBy>
  <cp:revision>6</cp:revision>
  <dcterms:created xsi:type="dcterms:W3CDTF">2023-07-26T10:26:48Z</dcterms:created>
  <dcterms:modified xsi:type="dcterms:W3CDTF">2023-07-27T08:57:10Z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