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1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8" r:id="rId16"/>
    <p:sldId id="269" r:id="rId17"/>
    <p:sldId id="270" r:id="rId18"/>
    <p:sldId id="267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9A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EFAFD96-3601-4F17-BB82-DBBBA6C512D5}" type="doc">
      <dgm:prSet loTypeId="urn:microsoft.com/office/officeart/2005/8/layout/hierarchy5" loCatId="hierarchy" qsTypeId="urn:microsoft.com/office/officeart/2005/8/quickstyle/simple4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19599602-9E94-449B-AE02-46C30491E28C}">
      <dgm:prSet phldrT="[Text]" custT="1"/>
      <dgm:spPr/>
      <dgm:t>
        <a:bodyPr/>
        <a:lstStyle/>
        <a:p>
          <a:r>
            <a:rPr lang="en-US" sz="2400" dirty="0" err="1">
              <a:solidFill>
                <a:schemeClr val="tx1"/>
              </a:solidFill>
            </a:rPr>
            <a:t>Saradha</a:t>
          </a:r>
          <a:endParaRPr lang="en-US" sz="2400" dirty="0">
            <a:solidFill>
              <a:schemeClr val="tx1"/>
            </a:solidFill>
          </a:endParaRPr>
        </a:p>
      </dgm:t>
    </dgm:pt>
    <dgm:pt modelId="{FF371F54-3EAD-4229-B33D-30FA8E522AE4}" type="parTrans" cxnId="{7A02F5AF-F9F5-4778-A66E-DE024A3A34D9}">
      <dgm:prSet/>
      <dgm:spPr/>
      <dgm:t>
        <a:bodyPr/>
        <a:lstStyle/>
        <a:p>
          <a:endParaRPr lang="en-US"/>
        </a:p>
      </dgm:t>
    </dgm:pt>
    <dgm:pt modelId="{2A88706E-F8B3-4E84-B216-AB828E178267}" type="sibTrans" cxnId="{7A02F5AF-F9F5-4778-A66E-DE024A3A34D9}">
      <dgm:prSet/>
      <dgm:spPr/>
      <dgm:t>
        <a:bodyPr/>
        <a:lstStyle/>
        <a:p>
          <a:endParaRPr lang="en-US"/>
        </a:p>
      </dgm:t>
    </dgm:pt>
    <dgm:pt modelId="{6FD54DCC-0420-4B69-949E-C600DAC3EA80}">
      <dgm:prSet phldrT="[Text]" custT="1"/>
      <dgm:spPr/>
      <dgm:t>
        <a:bodyPr/>
        <a:lstStyle/>
        <a:p>
          <a:r>
            <a:rPr lang="en-US" sz="2400" dirty="0">
              <a:solidFill>
                <a:schemeClr val="tx1"/>
              </a:solidFill>
            </a:rPr>
            <a:t>MLS</a:t>
          </a:r>
        </a:p>
      </dgm:t>
    </dgm:pt>
    <dgm:pt modelId="{6F5CF077-1342-46A1-93F1-68D7723F3F8C}" type="parTrans" cxnId="{A9A39EE7-F441-4563-AFFD-666EC4C4FD54}">
      <dgm:prSet/>
      <dgm:spPr/>
      <dgm:t>
        <a:bodyPr/>
        <a:lstStyle/>
        <a:p>
          <a:endParaRPr lang="en-US" dirty="0"/>
        </a:p>
      </dgm:t>
    </dgm:pt>
    <dgm:pt modelId="{CE57F18C-7754-4245-BB8D-0DDD9139AB8E}" type="sibTrans" cxnId="{A9A39EE7-F441-4563-AFFD-666EC4C4FD54}">
      <dgm:prSet/>
      <dgm:spPr/>
      <dgm:t>
        <a:bodyPr/>
        <a:lstStyle/>
        <a:p>
          <a:endParaRPr lang="en-US"/>
        </a:p>
      </dgm:t>
    </dgm:pt>
    <dgm:pt modelId="{1A94D251-C1DF-49B7-B803-397CC4E374C8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Younus</a:t>
          </a:r>
        </a:p>
        <a:p>
          <a:r>
            <a:rPr lang="en-US" dirty="0"/>
            <a:t>DAL, HOU, AUS</a:t>
          </a:r>
        </a:p>
      </dgm:t>
    </dgm:pt>
    <dgm:pt modelId="{83470605-D50B-47C5-85E0-6C97CC1DEF2D}" type="parTrans" cxnId="{EB889005-384A-468F-A438-BCA4BE21A4EE}">
      <dgm:prSet/>
      <dgm:spPr/>
      <dgm:t>
        <a:bodyPr/>
        <a:lstStyle/>
        <a:p>
          <a:endParaRPr lang="en-US" dirty="0"/>
        </a:p>
      </dgm:t>
    </dgm:pt>
    <dgm:pt modelId="{4B83F8D2-E6F1-4C2F-B422-0FF1AFE48807}" type="sibTrans" cxnId="{EB889005-384A-468F-A438-BCA4BE21A4EE}">
      <dgm:prSet/>
      <dgm:spPr/>
      <dgm:t>
        <a:bodyPr/>
        <a:lstStyle/>
        <a:p>
          <a:endParaRPr lang="en-US"/>
        </a:p>
      </dgm:t>
    </dgm:pt>
    <dgm:pt modelId="{D6D663EA-8C9E-4A6C-8696-EA6202B67EB8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Princy</a:t>
          </a:r>
        </a:p>
        <a:p>
          <a:r>
            <a:rPr lang="en-US" dirty="0"/>
            <a:t>SAN &amp; El Paso</a:t>
          </a:r>
        </a:p>
      </dgm:t>
    </dgm:pt>
    <dgm:pt modelId="{C618F4B1-D56C-40B0-A9BB-A1AC22AA90C0}" type="parTrans" cxnId="{6AD0832E-D0E5-4DFA-A2C1-539A1049A92A}">
      <dgm:prSet/>
      <dgm:spPr/>
      <dgm:t>
        <a:bodyPr/>
        <a:lstStyle/>
        <a:p>
          <a:endParaRPr lang="en-US" dirty="0"/>
        </a:p>
      </dgm:t>
    </dgm:pt>
    <dgm:pt modelId="{350208D2-B2AB-46F5-A396-E4E2016A900E}" type="sibTrans" cxnId="{6AD0832E-D0E5-4DFA-A2C1-539A1049A92A}">
      <dgm:prSet/>
      <dgm:spPr/>
      <dgm:t>
        <a:bodyPr/>
        <a:lstStyle/>
        <a:p>
          <a:endParaRPr lang="en-US"/>
        </a:p>
      </dgm:t>
    </dgm:pt>
    <dgm:pt modelId="{0C87090F-02B0-44D5-BD4B-E5AE0D1FA7F1}">
      <dgm:prSet phldrT="[Text]" custT="1"/>
      <dgm:spPr/>
      <dgm:t>
        <a:bodyPr/>
        <a:lstStyle/>
        <a:p>
          <a:r>
            <a:rPr lang="en-US" sz="2400" dirty="0">
              <a:solidFill>
                <a:schemeClr val="tx1"/>
              </a:solidFill>
            </a:rPr>
            <a:t>HB</a:t>
          </a:r>
        </a:p>
      </dgm:t>
    </dgm:pt>
    <dgm:pt modelId="{48F43ED3-A177-4096-B556-EB782F87985E}" type="parTrans" cxnId="{30E0B992-157A-405B-8572-770CFD4D21A1}">
      <dgm:prSet/>
      <dgm:spPr/>
      <dgm:t>
        <a:bodyPr/>
        <a:lstStyle/>
        <a:p>
          <a:endParaRPr lang="en-US" dirty="0"/>
        </a:p>
      </dgm:t>
    </dgm:pt>
    <dgm:pt modelId="{24E0BA02-AFC8-4BBC-85FF-8CECFE2FDD5C}" type="sibTrans" cxnId="{30E0B992-157A-405B-8572-770CFD4D21A1}">
      <dgm:prSet/>
      <dgm:spPr/>
      <dgm:t>
        <a:bodyPr/>
        <a:lstStyle/>
        <a:p>
          <a:endParaRPr lang="en-US"/>
        </a:p>
      </dgm:t>
    </dgm:pt>
    <dgm:pt modelId="{A97D053E-A973-4364-B69E-A280008FFC90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Adam</a:t>
          </a:r>
        </a:p>
        <a:p>
          <a:r>
            <a:rPr lang="en-US" dirty="0"/>
            <a:t>HCAD &amp; Travis </a:t>
          </a:r>
        </a:p>
      </dgm:t>
    </dgm:pt>
    <dgm:pt modelId="{0269C22A-A20B-4CCC-917A-8B311E437315}" type="parTrans" cxnId="{06C05031-CC2B-43C8-8D83-6BE882BBEE11}">
      <dgm:prSet/>
      <dgm:spPr/>
      <dgm:t>
        <a:bodyPr/>
        <a:lstStyle/>
        <a:p>
          <a:endParaRPr lang="en-US" dirty="0"/>
        </a:p>
      </dgm:t>
    </dgm:pt>
    <dgm:pt modelId="{243C102C-DAA2-4245-A1D1-9E6A71F7AB05}" type="sibTrans" cxnId="{06C05031-CC2B-43C8-8D83-6BE882BBEE11}">
      <dgm:prSet/>
      <dgm:spPr/>
      <dgm:t>
        <a:bodyPr/>
        <a:lstStyle/>
        <a:p>
          <a:endParaRPr lang="en-US"/>
        </a:p>
      </dgm:t>
    </dgm:pt>
    <dgm:pt modelId="{991DD7BB-FD91-49EE-AAF5-140AB35E43F7}">
      <dgm:prSet/>
      <dgm:spPr/>
      <dgm:t>
        <a:bodyPr/>
        <a:lstStyle/>
        <a:p>
          <a:r>
            <a:rPr lang="en-IN" dirty="0">
              <a:solidFill>
                <a:schemeClr val="tx1"/>
              </a:solidFill>
            </a:rPr>
            <a:t>Mohan</a:t>
          </a:r>
        </a:p>
        <a:p>
          <a:r>
            <a:rPr lang="en-IN" dirty="0"/>
            <a:t>Listing Website</a:t>
          </a:r>
          <a:endParaRPr lang="en-US" dirty="0"/>
        </a:p>
      </dgm:t>
    </dgm:pt>
    <dgm:pt modelId="{8C5DE38B-5BD6-4776-8A20-AEE9D7B23E51}" type="sibTrans" cxnId="{2B80D23B-5A2B-4D63-AF88-2D04D8D865AC}">
      <dgm:prSet/>
      <dgm:spPr/>
      <dgm:t>
        <a:bodyPr/>
        <a:lstStyle/>
        <a:p>
          <a:endParaRPr lang="en-US"/>
        </a:p>
      </dgm:t>
    </dgm:pt>
    <dgm:pt modelId="{E3D22BD8-B8F5-4AEB-A8DD-53D6A1A29BAD}" type="parTrans" cxnId="{2B80D23B-5A2B-4D63-AF88-2D04D8D865AC}">
      <dgm:prSet/>
      <dgm:spPr/>
      <dgm:t>
        <a:bodyPr/>
        <a:lstStyle/>
        <a:p>
          <a:endParaRPr lang="en-US" dirty="0"/>
        </a:p>
      </dgm:t>
    </dgm:pt>
    <dgm:pt modelId="{B11DB4CC-8FB9-4160-A565-439CAD0C0A5A}" type="pres">
      <dgm:prSet presAssocID="{9EFAFD96-3601-4F17-BB82-DBBBA6C512D5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A2A2C4BC-955A-451B-ABC5-EE2250734788}" type="pres">
      <dgm:prSet presAssocID="{9EFAFD96-3601-4F17-BB82-DBBBA6C512D5}" presName="hierFlow" presStyleCnt="0"/>
      <dgm:spPr/>
    </dgm:pt>
    <dgm:pt modelId="{F4E70536-B606-41BC-B057-8420E96F9672}" type="pres">
      <dgm:prSet presAssocID="{9EFAFD96-3601-4F17-BB82-DBBBA6C512D5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DDDB46ED-D201-43A4-9B95-D78CFBFC0A65}" type="pres">
      <dgm:prSet presAssocID="{19599602-9E94-449B-AE02-46C30491E28C}" presName="Name17" presStyleCnt="0"/>
      <dgm:spPr/>
    </dgm:pt>
    <dgm:pt modelId="{CD8A2109-F428-4F7D-945C-E6903B683C96}" type="pres">
      <dgm:prSet presAssocID="{19599602-9E94-449B-AE02-46C30491E28C}" presName="level1Shape" presStyleLbl="node0" presStyleIdx="0" presStyleCnt="1">
        <dgm:presLayoutVars>
          <dgm:chPref val="3"/>
        </dgm:presLayoutVars>
      </dgm:prSet>
      <dgm:spPr/>
    </dgm:pt>
    <dgm:pt modelId="{A0ECDE11-AC37-4672-8973-25CA736BEF0D}" type="pres">
      <dgm:prSet presAssocID="{19599602-9E94-449B-AE02-46C30491E28C}" presName="hierChild2" presStyleCnt="0"/>
      <dgm:spPr/>
    </dgm:pt>
    <dgm:pt modelId="{8B18BD45-F21B-4D9A-BA58-69BF1522C739}" type="pres">
      <dgm:prSet presAssocID="{6F5CF077-1342-46A1-93F1-68D7723F3F8C}" presName="Name25" presStyleLbl="parChTrans1D2" presStyleIdx="0" presStyleCnt="2"/>
      <dgm:spPr/>
    </dgm:pt>
    <dgm:pt modelId="{8C3D3E8D-9C9A-4300-AA42-E2CF280FF68C}" type="pres">
      <dgm:prSet presAssocID="{6F5CF077-1342-46A1-93F1-68D7723F3F8C}" presName="connTx" presStyleLbl="parChTrans1D2" presStyleIdx="0" presStyleCnt="2"/>
      <dgm:spPr/>
    </dgm:pt>
    <dgm:pt modelId="{3A51F7F6-A497-4AA6-BB37-278D8D83A0C6}" type="pres">
      <dgm:prSet presAssocID="{6FD54DCC-0420-4B69-949E-C600DAC3EA80}" presName="Name30" presStyleCnt="0"/>
      <dgm:spPr/>
    </dgm:pt>
    <dgm:pt modelId="{7521F1BB-48DD-408F-BE0A-667587F71191}" type="pres">
      <dgm:prSet presAssocID="{6FD54DCC-0420-4B69-949E-C600DAC3EA80}" presName="level2Shape" presStyleLbl="node2" presStyleIdx="0" presStyleCnt="2"/>
      <dgm:spPr/>
    </dgm:pt>
    <dgm:pt modelId="{79FADE18-0AF8-49F9-A926-0E037D7D6734}" type="pres">
      <dgm:prSet presAssocID="{6FD54DCC-0420-4B69-949E-C600DAC3EA80}" presName="hierChild3" presStyleCnt="0"/>
      <dgm:spPr/>
    </dgm:pt>
    <dgm:pt modelId="{983DA2A2-82AC-410B-BF0F-8B6908A4E9E9}" type="pres">
      <dgm:prSet presAssocID="{83470605-D50B-47C5-85E0-6C97CC1DEF2D}" presName="Name25" presStyleLbl="parChTrans1D3" presStyleIdx="0" presStyleCnt="4"/>
      <dgm:spPr/>
    </dgm:pt>
    <dgm:pt modelId="{7122F25F-7B87-480B-9F2A-A68BCB23E710}" type="pres">
      <dgm:prSet presAssocID="{83470605-D50B-47C5-85E0-6C97CC1DEF2D}" presName="connTx" presStyleLbl="parChTrans1D3" presStyleIdx="0" presStyleCnt="4"/>
      <dgm:spPr/>
    </dgm:pt>
    <dgm:pt modelId="{27B5483B-769D-4C4C-98C0-63B8993AC9AC}" type="pres">
      <dgm:prSet presAssocID="{1A94D251-C1DF-49B7-B803-397CC4E374C8}" presName="Name30" presStyleCnt="0"/>
      <dgm:spPr/>
    </dgm:pt>
    <dgm:pt modelId="{D50E8B60-6966-42FB-B73C-D72001A5FC79}" type="pres">
      <dgm:prSet presAssocID="{1A94D251-C1DF-49B7-B803-397CC4E374C8}" presName="level2Shape" presStyleLbl="node3" presStyleIdx="0" presStyleCnt="4" custScaleX="83408" custScaleY="54790" custLinFactNeighborX="3293" custLinFactNeighborY="-96123"/>
      <dgm:spPr/>
    </dgm:pt>
    <dgm:pt modelId="{255351AC-DD67-4C18-AA88-CB3CF02BF6DA}" type="pres">
      <dgm:prSet presAssocID="{1A94D251-C1DF-49B7-B803-397CC4E374C8}" presName="hierChild3" presStyleCnt="0"/>
      <dgm:spPr/>
    </dgm:pt>
    <dgm:pt modelId="{7CFC7FB8-813F-44B3-A62E-4B8BD52B8E94}" type="pres">
      <dgm:prSet presAssocID="{C618F4B1-D56C-40B0-A9BB-A1AC22AA90C0}" presName="Name25" presStyleLbl="parChTrans1D3" presStyleIdx="1" presStyleCnt="4"/>
      <dgm:spPr/>
    </dgm:pt>
    <dgm:pt modelId="{B8AE081C-6544-4AFD-8579-2AD580F8A74F}" type="pres">
      <dgm:prSet presAssocID="{C618F4B1-D56C-40B0-A9BB-A1AC22AA90C0}" presName="connTx" presStyleLbl="parChTrans1D3" presStyleIdx="1" presStyleCnt="4"/>
      <dgm:spPr/>
    </dgm:pt>
    <dgm:pt modelId="{8AD1EBA4-0C0C-4B19-A8FA-0EEFA416233D}" type="pres">
      <dgm:prSet presAssocID="{D6D663EA-8C9E-4A6C-8696-EA6202B67EB8}" presName="Name30" presStyleCnt="0"/>
      <dgm:spPr/>
    </dgm:pt>
    <dgm:pt modelId="{491F8957-8121-4213-9A9A-393C24798F43}" type="pres">
      <dgm:prSet presAssocID="{D6D663EA-8C9E-4A6C-8696-EA6202B67EB8}" presName="level2Shape" presStyleLbl="node3" presStyleIdx="1" presStyleCnt="4" custScaleX="88027" custScaleY="54277" custLinFactNeighborX="1744" custLinFactNeighborY="-69418"/>
      <dgm:spPr/>
    </dgm:pt>
    <dgm:pt modelId="{ED0DB2A9-17A6-4DD9-8471-62B7C5387D4A}" type="pres">
      <dgm:prSet presAssocID="{D6D663EA-8C9E-4A6C-8696-EA6202B67EB8}" presName="hierChild3" presStyleCnt="0"/>
      <dgm:spPr/>
    </dgm:pt>
    <dgm:pt modelId="{06365586-90B3-4BB0-80F1-07D8E4B1A59E}" type="pres">
      <dgm:prSet presAssocID="{48F43ED3-A177-4096-B556-EB782F87985E}" presName="Name25" presStyleLbl="parChTrans1D2" presStyleIdx="1" presStyleCnt="2"/>
      <dgm:spPr/>
    </dgm:pt>
    <dgm:pt modelId="{03044018-8FB0-4FDD-AFD4-F6520F8FEC58}" type="pres">
      <dgm:prSet presAssocID="{48F43ED3-A177-4096-B556-EB782F87985E}" presName="connTx" presStyleLbl="parChTrans1D2" presStyleIdx="1" presStyleCnt="2"/>
      <dgm:spPr/>
    </dgm:pt>
    <dgm:pt modelId="{C4BACEE8-949B-46F6-B56D-61B901F078E7}" type="pres">
      <dgm:prSet presAssocID="{0C87090F-02B0-44D5-BD4B-E5AE0D1FA7F1}" presName="Name30" presStyleCnt="0"/>
      <dgm:spPr/>
    </dgm:pt>
    <dgm:pt modelId="{75C560BF-5E17-480E-A76D-AB4B3C642540}" type="pres">
      <dgm:prSet presAssocID="{0C87090F-02B0-44D5-BD4B-E5AE0D1FA7F1}" presName="level2Shape" presStyleLbl="node2" presStyleIdx="1" presStyleCnt="2"/>
      <dgm:spPr/>
    </dgm:pt>
    <dgm:pt modelId="{45606DF0-4AE9-443B-8D21-A41CFE000A0A}" type="pres">
      <dgm:prSet presAssocID="{0C87090F-02B0-44D5-BD4B-E5AE0D1FA7F1}" presName="hierChild3" presStyleCnt="0"/>
      <dgm:spPr/>
    </dgm:pt>
    <dgm:pt modelId="{B2B107D5-11FB-41BA-A20C-4FE2CBAE2DD2}" type="pres">
      <dgm:prSet presAssocID="{0269C22A-A20B-4CCC-917A-8B311E437315}" presName="Name25" presStyleLbl="parChTrans1D3" presStyleIdx="2" presStyleCnt="4"/>
      <dgm:spPr/>
    </dgm:pt>
    <dgm:pt modelId="{301C5D41-BD51-495C-BB7F-1E091354CE8B}" type="pres">
      <dgm:prSet presAssocID="{0269C22A-A20B-4CCC-917A-8B311E437315}" presName="connTx" presStyleLbl="parChTrans1D3" presStyleIdx="2" presStyleCnt="4"/>
      <dgm:spPr/>
    </dgm:pt>
    <dgm:pt modelId="{6CBCA76A-9F09-4CA4-AB0A-179039D2CD01}" type="pres">
      <dgm:prSet presAssocID="{A97D053E-A973-4364-B69E-A280008FFC90}" presName="Name30" presStyleCnt="0"/>
      <dgm:spPr/>
    </dgm:pt>
    <dgm:pt modelId="{DB1E16E2-90E4-4D66-8122-90CA54729BF1}" type="pres">
      <dgm:prSet presAssocID="{A97D053E-A973-4364-B69E-A280008FFC90}" presName="level2Shape" presStyleLbl="node3" presStyleIdx="2" presStyleCnt="4" custScaleX="90869" custScaleY="54340" custLinFactNeighborX="-1077" custLinFactNeighborY="-52685"/>
      <dgm:spPr/>
    </dgm:pt>
    <dgm:pt modelId="{97EDA5B3-1507-4F82-8F1B-A99B8123AE8B}" type="pres">
      <dgm:prSet presAssocID="{A97D053E-A973-4364-B69E-A280008FFC90}" presName="hierChild3" presStyleCnt="0"/>
      <dgm:spPr/>
    </dgm:pt>
    <dgm:pt modelId="{1C070834-37E3-4F94-9EE4-B35CFF3F9D97}" type="pres">
      <dgm:prSet presAssocID="{E3D22BD8-B8F5-4AEB-A8DD-53D6A1A29BAD}" presName="Name25" presStyleLbl="parChTrans1D3" presStyleIdx="3" presStyleCnt="4"/>
      <dgm:spPr/>
    </dgm:pt>
    <dgm:pt modelId="{F6774133-F0C8-40EE-9813-19AD5E87B240}" type="pres">
      <dgm:prSet presAssocID="{E3D22BD8-B8F5-4AEB-A8DD-53D6A1A29BAD}" presName="connTx" presStyleLbl="parChTrans1D3" presStyleIdx="3" presStyleCnt="4"/>
      <dgm:spPr/>
    </dgm:pt>
    <dgm:pt modelId="{620C5D5C-A9BD-4607-A202-9C2690ECC83D}" type="pres">
      <dgm:prSet presAssocID="{991DD7BB-FD91-49EE-AAF5-140AB35E43F7}" presName="Name30" presStyleCnt="0"/>
      <dgm:spPr/>
    </dgm:pt>
    <dgm:pt modelId="{54EB5938-4E22-436F-BD0A-086E5ECC6844}" type="pres">
      <dgm:prSet presAssocID="{991DD7BB-FD91-49EE-AAF5-140AB35E43F7}" presName="level2Shape" presStyleLbl="node3" presStyleIdx="3" presStyleCnt="4" custScaleX="87305" custScaleY="47570" custLinFactNeighborX="867" custLinFactNeighborY="-33332"/>
      <dgm:spPr/>
    </dgm:pt>
    <dgm:pt modelId="{2BEF19F0-C9E4-4688-BEB1-7ADECDA3C21E}" type="pres">
      <dgm:prSet presAssocID="{991DD7BB-FD91-49EE-AAF5-140AB35E43F7}" presName="hierChild3" presStyleCnt="0"/>
      <dgm:spPr/>
    </dgm:pt>
    <dgm:pt modelId="{FADCCE50-016A-4026-9762-F6D5953A6F5C}" type="pres">
      <dgm:prSet presAssocID="{9EFAFD96-3601-4F17-BB82-DBBBA6C512D5}" presName="bgShapesFlow" presStyleCnt="0"/>
      <dgm:spPr/>
    </dgm:pt>
  </dgm:ptLst>
  <dgm:cxnLst>
    <dgm:cxn modelId="{EB889005-384A-468F-A438-BCA4BE21A4EE}" srcId="{6FD54DCC-0420-4B69-949E-C600DAC3EA80}" destId="{1A94D251-C1DF-49B7-B803-397CC4E374C8}" srcOrd="0" destOrd="0" parTransId="{83470605-D50B-47C5-85E0-6C97CC1DEF2D}" sibTransId="{4B83F8D2-E6F1-4C2F-B422-0FF1AFE48807}"/>
    <dgm:cxn modelId="{DA40CF14-9AC3-4D38-9917-4D813C6B7E78}" type="presOf" srcId="{6FD54DCC-0420-4B69-949E-C600DAC3EA80}" destId="{7521F1BB-48DD-408F-BE0A-667587F71191}" srcOrd="0" destOrd="0" presId="urn:microsoft.com/office/officeart/2005/8/layout/hierarchy5"/>
    <dgm:cxn modelId="{709AAB17-0B04-414B-BBEB-9D2143AED53C}" type="presOf" srcId="{48F43ED3-A177-4096-B556-EB782F87985E}" destId="{06365586-90B3-4BB0-80F1-07D8E4B1A59E}" srcOrd="0" destOrd="0" presId="urn:microsoft.com/office/officeart/2005/8/layout/hierarchy5"/>
    <dgm:cxn modelId="{6AD0832E-D0E5-4DFA-A2C1-539A1049A92A}" srcId="{6FD54DCC-0420-4B69-949E-C600DAC3EA80}" destId="{D6D663EA-8C9E-4A6C-8696-EA6202B67EB8}" srcOrd="1" destOrd="0" parTransId="{C618F4B1-D56C-40B0-A9BB-A1AC22AA90C0}" sibTransId="{350208D2-B2AB-46F5-A396-E4E2016A900E}"/>
    <dgm:cxn modelId="{06C05031-CC2B-43C8-8D83-6BE882BBEE11}" srcId="{0C87090F-02B0-44D5-BD4B-E5AE0D1FA7F1}" destId="{A97D053E-A973-4364-B69E-A280008FFC90}" srcOrd="0" destOrd="0" parTransId="{0269C22A-A20B-4CCC-917A-8B311E437315}" sibTransId="{243C102C-DAA2-4245-A1D1-9E6A71F7AB05}"/>
    <dgm:cxn modelId="{2B80D23B-5A2B-4D63-AF88-2D04D8D865AC}" srcId="{0C87090F-02B0-44D5-BD4B-E5AE0D1FA7F1}" destId="{991DD7BB-FD91-49EE-AAF5-140AB35E43F7}" srcOrd="1" destOrd="0" parTransId="{E3D22BD8-B8F5-4AEB-A8DD-53D6A1A29BAD}" sibTransId="{8C5DE38B-5BD6-4776-8A20-AEE9D7B23E51}"/>
    <dgm:cxn modelId="{9D31755D-8122-472D-8208-B88C1CC87FCD}" type="presOf" srcId="{83470605-D50B-47C5-85E0-6C97CC1DEF2D}" destId="{983DA2A2-82AC-410B-BF0F-8B6908A4E9E9}" srcOrd="0" destOrd="0" presId="urn:microsoft.com/office/officeart/2005/8/layout/hierarchy5"/>
    <dgm:cxn modelId="{6F79F242-EBFC-4695-B48D-2276D51EBDEE}" type="presOf" srcId="{6F5CF077-1342-46A1-93F1-68D7723F3F8C}" destId="{8B18BD45-F21B-4D9A-BA58-69BF1522C739}" srcOrd="0" destOrd="0" presId="urn:microsoft.com/office/officeart/2005/8/layout/hierarchy5"/>
    <dgm:cxn modelId="{FCCB0344-B6D2-49CF-AEFD-F2F609241EC8}" type="presOf" srcId="{9EFAFD96-3601-4F17-BB82-DBBBA6C512D5}" destId="{B11DB4CC-8FB9-4160-A565-439CAD0C0A5A}" srcOrd="0" destOrd="0" presId="urn:microsoft.com/office/officeart/2005/8/layout/hierarchy5"/>
    <dgm:cxn modelId="{3C5C3771-3AF3-416E-9450-4E1CB031411F}" type="presOf" srcId="{0269C22A-A20B-4CCC-917A-8B311E437315}" destId="{301C5D41-BD51-495C-BB7F-1E091354CE8B}" srcOrd="1" destOrd="0" presId="urn:microsoft.com/office/officeart/2005/8/layout/hierarchy5"/>
    <dgm:cxn modelId="{2B2A1856-4E7B-4696-ABC0-6C8C1A343B77}" type="presOf" srcId="{A97D053E-A973-4364-B69E-A280008FFC90}" destId="{DB1E16E2-90E4-4D66-8122-90CA54729BF1}" srcOrd="0" destOrd="0" presId="urn:microsoft.com/office/officeart/2005/8/layout/hierarchy5"/>
    <dgm:cxn modelId="{1E8AC477-5F57-40C0-8036-8FF9A437D710}" type="presOf" srcId="{19599602-9E94-449B-AE02-46C30491E28C}" destId="{CD8A2109-F428-4F7D-945C-E6903B683C96}" srcOrd="0" destOrd="0" presId="urn:microsoft.com/office/officeart/2005/8/layout/hierarchy5"/>
    <dgm:cxn modelId="{A3FF435A-AE79-4B87-B50E-9BB9827FE75F}" type="presOf" srcId="{6F5CF077-1342-46A1-93F1-68D7723F3F8C}" destId="{8C3D3E8D-9C9A-4300-AA42-E2CF280FF68C}" srcOrd="1" destOrd="0" presId="urn:microsoft.com/office/officeart/2005/8/layout/hierarchy5"/>
    <dgm:cxn modelId="{E49E0686-D87E-4CE8-9743-FF701130D0FB}" type="presOf" srcId="{C618F4B1-D56C-40B0-A9BB-A1AC22AA90C0}" destId="{B8AE081C-6544-4AFD-8579-2AD580F8A74F}" srcOrd="1" destOrd="0" presId="urn:microsoft.com/office/officeart/2005/8/layout/hierarchy5"/>
    <dgm:cxn modelId="{30E0B992-157A-405B-8572-770CFD4D21A1}" srcId="{19599602-9E94-449B-AE02-46C30491E28C}" destId="{0C87090F-02B0-44D5-BD4B-E5AE0D1FA7F1}" srcOrd="1" destOrd="0" parTransId="{48F43ED3-A177-4096-B556-EB782F87985E}" sibTransId="{24E0BA02-AFC8-4BBC-85FF-8CECFE2FDD5C}"/>
    <dgm:cxn modelId="{E891C796-AE84-4825-BBF5-E30F4D3AA1C7}" type="presOf" srcId="{83470605-D50B-47C5-85E0-6C97CC1DEF2D}" destId="{7122F25F-7B87-480B-9F2A-A68BCB23E710}" srcOrd="1" destOrd="0" presId="urn:microsoft.com/office/officeart/2005/8/layout/hierarchy5"/>
    <dgm:cxn modelId="{F881BE9D-341F-4AD9-AFBC-1B97236A9208}" type="presOf" srcId="{C618F4B1-D56C-40B0-A9BB-A1AC22AA90C0}" destId="{7CFC7FB8-813F-44B3-A62E-4B8BD52B8E94}" srcOrd="0" destOrd="0" presId="urn:microsoft.com/office/officeart/2005/8/layout/hierarchy5"/>
    <dgm:cxn modelId="{7A02F5AF-F9F5-4778-A66E-DE024A3A34D9}" srcId="{9EFAFD96-3601-4F17-BB82-DBBBA6C512D5}" destId="{19599602-9E94-449B-AE02-46C30491E28C}" srcOrd="0" destOrd="0" parTransId="{FF371F54-3EAD-4229-B33D-30FA8E522AE4}" sibTransId="{2A88706E-F8B3-4E84-B216-AB828E178267}"/>
    <dgm:cxn modelId="{6519A2B1-BCC4-4794-95FB-44D4EF4D2083}" type="presOf" srcId="{0C87090F-02B0-44D5-BD4B-E5AE0D1FA7F1}" destId="{75C560BF-5E17-480E-A76D-AB4B3C642540}" srcOrd="0" destOrd="0" presId="urn:microsoft.com/office/officeart/2005/8/layout/hierarchy5"/>
    <dgm:cxn modelId="{90F7B0B2-3E13-4C5A-BD69-87A5DDE324B7}" type="presOf" srcId="{E3D22BD8-B8F5-4AEB-A8DD-53D6A1A29BAD}" destId="{1C070834-37E3-4F94-9EE4-B35CFF3F9D97}" srcOrd="0" destOrd="0" presId="urn:microsoft.com/office/officeart/2005/8/layout/hierarchy5"/>
    <dgm:cxn modelId="{613C0CC0-3AE0-4928-AB77-DE432BFEC13C}" type="presOf" srcId="{48F43ED3-A177-4096-B556-EB782F87985E}" destId="{03044018-8FB0-4FDD-AFD4-F6520F8FEC58}" srcOrd="1" destOrd="0" presId="urn:microsoft.com/office/officeart/2005/8/layout/hierarchy5"/>
    <dgm:cxn modelId="{6ADAE1C4-500D-4A6E-A5B7-A41748461D9D}" type="presOf" srcId="{1A94D251-C1DF-49B7-B803-397CC4E374C8}" destId="{D50E8B60-6966-42FB-B73C-D72001A5FC79}" srcOrd="0" destOrd="0" presId="urn:microsoft.com/office/officeart/2005/8/layout/hierarchy5"/>
    <dgm:cxn modelId="{5C09B9D9-F433-4D4E-9B66-D5266AA55A74}" type="presOf" srcId="{0269C22A-A20B-4CCC-917A-8B311E437315}" destId="{B2B107D5-11FB-41BA-A20C-4FE2CBAE2DD2}" srcOrd="0" destOrd="0" presId="urn:microsoft.com/office/officeart/2005/8/layout/hierarchy5"/>
    <dgm:cxn modelId="{5B1CCBDD-B144-4456-AE4D-726E0263CA7F}" type="presOf" srcId="{D6D663EA-8C9E-4A6C-8696-EA6202B67EB8}" destId="{491F8957-8121-4213-9A9A-393C24798F43}" srcOrd="0" destOrd="0" presId="urn:microsoft.com/office/officeart/2005/8/layout/hierarchy5"/>
    <dgm:cxn modelId="{5051B9E6-F0AF-4846-882C-67BF3D34DEEA}" type="presOf" srcId="{991DD7BB-FD91-49EE-AAF5-140AB35E43F7}" destId="{54EB5938-4E22-436F-BD0A-086E5ECC6844}" srcOrd="0" destOrd="0" presId="urn:microsoft.com/office/officeart/2005/8/layout/hierarchy5"/>
    <dgm:cxn modelId="{A9A39EE7-F441-4563-AFFD-666EC4C4FD54}" srcId="{19599602-9E94-449B-AE02-46C30491E28C}" destId="{6FD54DCC-0420-4B69-949E-C600DAC3EA80}" srcOrd="0" destOrd="0" parTransId="{6F5CF077-1342-46A1-93F1-68D7723F3F8C}" sibTransId="{CE57F18C-7754-4245-BB8D-0DDD9139AB8E}"/>
    <dgm:cxn modelId="{645C43E9-0B2E-4FC8-9824-E0A49CB59901}" type="presOf" srcId="{E3D22BD8-B8F5-4AEB-A8DD-53D6A1A29BAD}" destId="{F6774133-F0C8-40EE-9813-19AD5E87B240}" srcOrd="1" destOrd="0" presId="urn:microsoft.com/office/officeart/2005/8/layout/hierarchy5"/>
    <dgm:cxn modelId="{D7652C0D-B35F-45F0-B826-930B50A9F3D2}" type="presParOf" srcId="{B11DB4CC-8FB9-4160-A565-439CAD0C0A5A}" destId="{A2A2C4BC-955A-451B-ABC5-EE2250734788}" srcOrd="0" destOrd="0" presId="urn:microsoft.com/office/officeart/2005/8/layout/hierarchy5"/>
    <dgm:cxn modelId="{1EFE2BF7-64B6-41FD-95A6-07A2EE3707CB}" type="presParOf" srcId="{A2A2C4BC-955A-451B-ABC5-EE2250734788}" destId="{F4E70536-B606-41BC-B057-8420E96F9672}" srcOrd="0" destOrd="0" presId="urn:microsoft.com/office/officeart/2005/8/layout/hierarchy5"/>
    <dgm:cxn modelId="{A6755A67-1C5E-42C8-8C9C-2F89DB54F249}" type="presParOf" srcId="{F4E70536-B606-41BC-B057-8420E96F9672}" destId="{DDDB46ED-D201-43A4-9B95-D78CFBFC0A65}" srcOrd="0" destOrd="0" presId="urn:microsoft.com/office/officeart/2005/8/layout/hierarchy5"/>
    <dgm:cxn modelId="{0C5B6EED-B967-4C02-928E-CB019035AC25}" type="presParOf" srcId="{DDDB46ED-D201-43A4-9B95-D78CFBFC0A65}" destId="{CD8A2109-F428-4F7D-945C-E6903B683C96}" srcOrd="0" destOrd="0" presId="urn:microsoft.com/office/officeart/2005/8/layout/hierarchy5"/>
    <dgm:cxn modelId="{658057E4-C60D-44BD-8CDE-153B736091D5}" type="presParOf" srcId="{DDDB46ED-D201-43A4-9B95-D78CFBFC0A65}" destId="{A0ECDE11-AC37-4672-8973-25CA736BEF0D}" srcOrd="1" destOrd="0" presId="urn:microsoft.com/office/officeart/2005/8/layout/hierarchy5"/>
    <dgm:cxn modelId="{CBDB9B89-B8CD-461A-85F7-5A32FB4EAE70}" type="presParOf" srcId="{A0ECDE11-AC37-4672-8973-25CA736BEF0D}" destId="{8B18BD45-F21B-4D9A-BA58-69BF1522C739}" srcOrd="0" destOrd="0" presId="urn:microsoft.com/office/officeart/2005/8/layout/hierarchy5"/>
    <dgm:cxn modelId="{8E972475-8ADE-4983-9E5A-D0540690DB19}" type="presParOf" srcId="{8B18BD45-F21B-4D9A-BA58-69BF1522C739}" destId="{8C3D3E8D-9C9A-4300-AA42-E2CF280FF68C}" srcOrd="0" destOrd="0" presId="urn:microsoft.com/office/officeart/2005/8/layout/hierarchy5"/>
    <dgm:cxn modelId="{55AB3330-D25D-4B00-BCED-EC02466F92F2}" type="presParOf" srcId="{A0ECDE11-AC37-4672-8973-25CA736BEF0D}" destId="{3A51F7F6-A497-4AA6-BB37-278D8D83A0C6}" srcOrd="1" destOrd="0" presId="urn:microsoft.com/office/officeart/2005/8/layout/hierarchy5"/>
    <dgm:cxn modelId="{A69F2FB9-E28A-4510-8AF9-D6E5FD860281}" type="presParOf" srcId="{3A51F7F6-A497-4AA6-BB37-278D8D83A0C6}" destId="{7521F1BB-48DD-408F-BE0A-667587F71191}" srcOrd="0" destOrd="0" presId="urn:microsoft.com/office/officeart/2005/8/layout/hierarchy5"/>
    <dgm:cxn modelId="{EF5ED9ED-7C2A-43C4-9792-CC38EAB64AAE}" type="presParOf" srcId="{3A51F7F6-A497-4AA6-BB37-278D8D83A0C6}" destId="{79FADE18-0AF8-49F9-A926-0E037D7D6734}" srcOrd="1" destOrd="0" presId="urn:microsoft.com/office/officeart/2005/8/layout/hierarchy5"/>
    <dgm:cxn modelId="{3FEDE70A-1220-4567-9FDE-24378ACB8471}" type="presParOf" srcId="{79FADE18-0AF8-49F9-A926-0E037D7D6734}" destId="{983DA2A2-82AC-410B-BF0F-8B6908A4E9E9}" srcOrd="0" destOrd="0" presId="urn:microsoft.com/office/officeart/2005/8/layout/hierarchy5"/>
    <dgm:cxn modelId="{8F5E5544-A195-49FE-A6EB-61AD2EEB9460}" type="presParOf" srcId="{983DA2A2-82AC-410B-BF0F-8B6908A4E9E9}" destId="{7122F25F-7B87-480B-9F2A-A68BCB23E710}" srcOrd="0" destOrd="0" presId="urn:microsoft.com/office/officeart/2005/8/layout/hierarchy5"/>
    <dgm:cxn modelId="{431BF402-8D26-49AC-ABA9-D8BDC2084F45}" type="presParOf" srcId="{79FADE18-0AF8-49F9-A926-0E037D7D6734}" destId="{27B5483B-769D-4C4C-98C0-63B8993AC9AC}" srcOrd="1" destOrd="0" presId="urn:microsoft.com/office/officeart/2005/8/layout/hierarchy5"/>
    <dgm:cxn modelId="{7AA58F36-58CB-4E7D-9832-B1B25458B195}" type="presParOf" srcId="{27B5483B-769D-4C4C-98C0-63B8993AC9AC}" destId="{D50E8B60-6966-42FB-B73C-D72001A5FC79}" srcOrd="0" destOrd="0" presId="urn:microsoft.com/office/officeart/2005/8/layout/hierarchy5"/>
    <dgm:cxn modelId="{6923A8A1-FBF7-4185-9EF3-618A4757D72E}" type="presParOf" srcId="{27B5483B-769D-4C4C-98C0-63B8993AC9AC}" destId="{255351AC-DD67-4C18-AA88-CB3CF02BF6DA}" srcOrd="1" destOrd="0" presId="urn:microsoft.com/office/officeart/2005/8/layout/hierarchy5"/>
    <dgm:cxn modelId="{4C5E8F46-2563-420C-B965-F4EF54FBABFA}" type="presParOf" srcId="{79FADE18-0AF8-49F9-A926-0E037D7D6734}" destId="{7CFC7FB8-813F-44B3-A62E-4B8BD52B8E94}" srcOrd="2" destOrd="0" presId="urn:microsoft.com/office/officeart/2005/8/layout/hierarchy5"/>
    <dgm:cxn modelId="{77AF09AA-A845-4C30-BF82-E3C4F1403617}" type="presParOf" srcId="{7CFC7FB8-813F-44B3-A62E-4B8BD52B8E94}" destId="{B8AE081C-6544-4AFD-8579-2AD580F8A74F}" srcOrd="0" destOrd="0" presId="urn:microsoft.com/office/officeart/2005/8/layout/hierarchy5"/>
    <dgm:cxn modelId="{CAD017B9-45B9-45F0-AE03-E365051F2BC1}" type="presParOf" srcId="{79FADE18-0AF8-49F9-A926-0E037D7D6734}" destId="{8AD1EBA4-0C0C-4B19-A8FA-0EEFA416233D}" srcOrd="3" destOrd="0" presId="urn:microsoft.com/office/officeart/2005/8/layout/hierarchy5"/>
    <dgm:cxn modelId="{7A2433DC-355F-4363-9F61-ED6A66F751EC}" type="presParOf" srcId="{8AD1EBA4-0C0C-4B19-A8FA-0EEFA416233D}" destId="{491F8957-8121-4213-9A9A-393C24798F43}" srcOrd="0" destOrd="0" presId="urn:microsoft.com/office/officeart/2005/8/layout/hierarchy5"/>
    <dgm:cxn modelId="{E60D5B4F-27E7-404A-820C-BCEEA42CB94A}" type="presParOf" srcId="{8AD1EBA4-0C0C-4B19-A8FA-0EEFA416233D}" destId="{ED0DB2A9-17A6-4DD9-8471-62B7C5387D4A}" srcOrd="1" destOrd="0" presId="urn:microsoft.com/office/officeart/2005/8/layout/hierarchy5"/>
    <dgm:cxn modelId="{965E3E68-0033-44E1-A266-B32CDD53FEE3}" type="presParOf" srcId="{A0ECDE11-AC37-4672-8973-25CA736BEF0D}" destId="{06365586-90B3-4BB0-80F1-07D8E4B1A59E}" srcOrd="2" destOrd="0" presId="urn:microsoft.com/office/officeart/2005/8/layout/hierarchy5"/>
    <dgm:cxn modelId="{A2FB59BD-314A-4F46-B42A-780B04E980A6}" type="presParOf" srcId="{06365586-90B3-4BB0-80F1-07D8E4B1A59E}" destId="{03044018-8FB0-4FDD-AFD4-F6520F8FEC58}" srcOrd="0" destOrd="0" presId="urn:microsoft.com/office/officeart/2005/8/layout/hierarchy5"/>
    <dgm:cxn modelId="{68D59D19-E717-4405-A50A-8B07B2A2EEF8}" type="presParOf" srcId="{A0ECDE11-AC37-4672-8973-25CA736BEF0D}" destId="{C4BACEE8-949B-46F6-B56D-61B901F078E7}" srcOrd="3" destOrd="0" presId="urn:microsoft.com/office/officeart/2005/8/layout/hierarchy5"/>
    <dgm:cxn modelId="{2FF780F5-DD76-4EEC-B06A-B9B2126E43DC}" type="presParOf" srcId="{C4BACEE8-949B-46F6-B56D-61B901F078E7}" destId="{75C560BF-5E17-480E-A76D-AB4B3C642540}" srcOrd="0" destOrd="0" presId="urn:microsoft.com/office/officeart/2005/8/layout/hierarchy5"/>
    <dgm:cxn modelId="{D3CDCBBB-7338-482F-B457-6ACAA68500F2}" type="presParOf" srcId="{C4BACEE8-949B-46F6-B56D-61B901F078E7}" destId="{45606DF0-4AE9-443B-8D21-A41CFE000A0A}" srcOrd="1" destOrd="0" presId="urn:microsoft.com/office/officeart/2005/8/layout/hierarchy5"/>
    <dgm:cxn modelId="{C7863ACD-EB41-4188-9310-40B4BDECCB0E}" type="presParOf" srcId="{45606DF0-4AE9-443B-8D21-A41CFE000A0A}" destId="{B2B107D5-11FB-41BA-A20C-4FE2CBAE2DD2}" srcOrd="0" destOrd="0" presId="urn:microsoft.com/office/officeart/2005/8/layout/hierarchy5"/>
    <dgm:cxn modelId="{B0A84414-4BD7-48B0-8813-DDA99F2BADC2}" type="presParOf" srcId="{B2B107D5-11FB-41BA-A20C-4FE2CBAE2DD2}" destId="{301C5D41-BD51-495C-BB7F-1E091354CE8B}" srcOrd="0" destOrd="0" presId="urn:microsoft.com/office/officeart/2005/8/layout/hierarchy5"/>
    <dgm:cxn modelId="{7E966231-B6D7-44FC-B041-81E2EE90662C}" type="presParOf" srcId="{45606DF0-4AE9-443B-8D21-A41CFE000A0A}" destId="{6CBCA76A-9F09-4CA4-AB0A-179039D2CD01}" srcOrd="1" destOrd="0" presId="urn:microsoft.com/office/officeart/2005/8/layout/hierarchy5"/>
    <dgm:cxn modelId="{EABE6E91-4BF9-4599-AF21-BBBA56EA5871}" type="presParOf" srcId="{6CBCA76A-9F09-4CA4-AB0A-179039D2CD01}" destId="{DB1E16E2-90E4-4D66-8122-90CA54729BF1}" srcOrd="0" destOrd="0" presId="urn:microsoft.com/office/officeart/2005/8/layout/hierarchy5"/>
    <dgm:cxn modelId="{9D8D627F-D8E4-456E-83C1-C866FEB87403}" type="presParOf" srcId="{6CBCA76A-9F09-4CA4-AB0A-179039D2CD01}" destId="{97EDA5B3-1507-4F82-8F1B-A99B8123AE8B}" srcOrd="1" destOrd="0" presId="urn:microsoft.com/office/officeart/2005/8/layout/hierarchy5"/>
    <dgm:cxn modelId="{62D78515-9A6C-4CCB-84D4-9B6802D5CF40}" type="presParOf" srcId="{45606DF0-4AE9-443B-8D21-A41CFE000A0A}" destId="{1C070834-37E3-4F94-9EE4-B35CFF3F9D97}" srcOrd="2" destOrd="0" presId="urn:microsoft.com/office/officeart/2005/8/layout/hierarchy5"/>
    <dgm:cxn modelId="{0B16EDA5-103D-49F6-8222-B3C056D4B9DC}" type="presParOf" srcId="{1C070834-37E3-4F94-9EE4-B35CFF3F9D97}" destId="{F6774133-F0C8-40EE-9813-19AD5E87B240}" srcOrd="0" destOrd="0" presId="urn:microsoft.com/office/officeart/2005/8/layout/hierarchy5"/>
    <dgm:cxn modelId="{5FDC8ECC-A543-4A1B-8D30-5EA1DC58B374}" type="presParOf" srcId="{45606DF0-4AE9-443B-8D21-A41CFE000A0A}" destId="{620C5D5C-A9BD-4607-A202-9C2690ECC83D}" srcOrd="3" destOrd="0" presId="urn:microsoft.com/office/officeart/2005/8/layout/hierarchy5"/>
    <dgm:cxn modelId="{C0A41FE9-147B-4EBA-8F5E-45AF034BA4B9}" type="presParOf" srcId="{620C5D5C-A9BD-4607-A202-9C2690ECC83D}" destId="{54EB5938-4E22-436F-BD0A-086E5ECC6844}" srcOrd="0" destOrd="0" presId="urn:microsoft.com/office/officeart/2005/8/layout/hierarchy5"/>
    <dgm:cxn modelId="{04B50E41-9AA1-4EEF-B32B-951F4C7AC448}" type="presParOf" srcId="{620C5D5C-A9BD-4607-A202-9C2690ECC83D}" destId="{2BEF19F0-C9E4-4688-BEB1-7ADECDA3C21E}" srcOrd="1" destOrd="0" presId="urn:microsoft.com/office/officeart/2005/8/layout/hierarchy5"/>
    <dgm:cxn modelId="{B8FFCEA3-50D5-4D5D-B035-15DDBB8DDC79}" type="presParOf" srcId="{B11DB4CC-8FB9-4160-A565-439CAD0C0A5A}" destId="{FADCCE50-016A-4026-9762-F6D5953A6F5C}" srcOrd="1" destOrd="0" presId="urn:microsoft.com/office/officeart/2005/8/layout/hierarchy5"/>
  </dgm:cxnLst>
  <dgm:bg/>
  <dgm:whole>
    <a:ln w="57150"/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EFAFD96-3601-4F17-BB82-DBBBA6C512D5}" type="doc">
      <dgm:prSet loTypeId="urn:microsoft.com/office/officeart/2005/8/layout/hierarchy5" loCatId="hierarchy" qsTypeId="urn:microsoft.com/office/officeart/2005/8/quickstyle/simple4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19599602-9E94-449B-AE02-46C30491E28C}">
      <dgm:prSet phldrT="[Text]" custT="1"/>
      <dgm:spPr/>
      <dgm:t>
        <a:bodyPr/>
        <a:lstStyle/>
        <a:p>
          <a:r>
            <a:rPr lang="en-US" sz="2400" dirty="0">
              <a:solidFill>
                <a:schemeClr val="tx1"/>
              </a:solidFill>
            </a:rPr>
            <a:t>Mohan</a:t>
          </a:r>
        </a:p>
      </dgm:t>
    </dgm:pt>
    <dgm:pt modelId="{FF371F54-3EAD-4229-B33D-30FA8E522AE4}" type="parTrans" cxnId="{7A02F5AF-F9F5-4778-A66E-DE024A3A34D9}">
      <dgm:prSet/>
      <dgm:spPr/>
      <dgm:t>
        <a:bodyPr/>
        <a:lstStyle/>
        <a:p>
          <a:endParaRPr lang="en-US"/>
        </a:p>
      </dgm:t>
    </dgm:pt>
    <dgm:pt modelId="{2A88706E-F8B3-4E84-B216-AB828E178267}" type="sibTrans" cxnId="{7A02F5AF-F9F5-4778-A66E-DE024A3A34D9}">
      <dgm:prSet/>
      <dgm:spPr/>
      <dgm:t>
        <a:bodyPr/>
        <a:lstStyle/>
        <a:p>
          <a:endParaRPr lang="en-US"/>
        </a:p>
      </dgm:t>
    </dgm:pt>
    <dgm:pt modelId="{6FD54DCC-0420-4B69-949E-C600DAC3EA80}">
      <dgm:prSet phldrT="[Text]" custT="1"/>
      <dgm:spPr/>
      <dgm:t>
        <a:bodyPr/>
        <a:lstStyle/>
        <a:p>
          <a:r>
            <a:rPr lang="en-US" sz="2400" dirty="0">
              <a:solidFill>
                <a:schemeClr val="tx1"/>
              </a:solidFill>
            </a:rPr>
            <a:t>MLS</a:t>
          </a:r>
        </a:p>
      </dgm:t>
    </dgm:pt>
    <dgm:pt modelId="{6F5CF077-1342-46A1-93F1-68D7723F3F8C}" type="parTrans" cxnId="{A9A39EE7-F441-4563-AFFD-666EC4C4FD54}">
      <dgm:prSet/>
      <dgm:spPr/>
      <dgm:t>
        <a:bodyPr/>
        <a:lstStyle/>
        <a:p>
          <a:endParaRPr lang="en-US" dirty="0"/>
        </a:p>
      </dgm:t>
    </dgm:pt>
    <dgm:pt modelId="{CE57F18C-7754-4245-BB8D-0DDD9139AB8E}" type="sibTrans" cxnId="{A9A39EE7-F441-4563-AFFD-666EC4C4FD54}">
      <dgm:prSet/>
      <dgm:spPr/>
      <dgm:t>
        <a:bodyPr/>
        <a:lstStyle/>
        <a:p>
          <a:endParaRPr lang="en-US"/>
        </a:p>
      </dgm:t>
    </dgm:pt>
    <dgm:pt modelId="{1A94D251-C1DF-49B7-B803-397CC4E374C8}">
      <dgm:prSet phldrT="[Text]" custT="1"/>
      <dgm:spPr/>
      <dgm:t>
        <a:bodyPr/>
        <a:lstStyle/>
        <a:p>
          <a:r>
            <a:rPr lang="en-IN" sz="1800" dirty="0">
              <a:solidFill>
                <a:schemeClr val="tx1"/>
              </a:solidFill>
            </a:rPr>
            <a:t>Sakthi</a:t>
          </a:r>
          <a:endParaRPr lang="en-US" sz="1800" dirty="0">
            <a:solidFill>
              <a:schemeClr val="tx1"/>
            </a:solidFill>
          </a:endParaRPr>
        </a:p>
        <a:p>
          <a:r>
            <a:rPr lang="en-IN" sz="1600" dirty="0"/>
            <a:t>Harlingen &amp; Henderson</a:t>
          </a:r>
          <a:endParaRPr lang="en-US" sz="1600" dirty="0"/>
        </a:p>
      </dgm:t>
    </dgm:pt>
    <dgm:pt modelId="{83470605-D50B-47C5-85E0-6C97CC1DEF2D}" type="parTrans" cxnId="{EB889005-384A-468F-A438-BCA4BE21A4EE}">
      <dgm:prSet/>
      <dgm:spPr/>
      <dgm:t>
        <a:bodyPr/>
        <a:lstStyle/>
        <a:p>
          <a:endParaRPr lang="en-US" dirty="0"/>
        </a:p>
      </dgm:t>
    </dgm:pt>
    <dgm:pt modelId="{4B83F8D2-E6F1-4C2F-B422-0FF1AFE48807}" type="sibTrans" cxnId="{EB889005-384A-468F-A438-BCA4BE21A4EE}">
      <dgm:prSet/>
      <dgm:spPr/>
      <dgm:t>
        <a:bodyPr/>
        <a:lstStyle/>
        <a:p>
          <a:endParaRPr lang="en-US"/>
        </a:p>
      </dgm:t>
    </dgm:pt>
    <dgm:pt modelId="{D6D663EA-8C9E-4A6C-8696-EA6202B67EB8}">
      <dgm:prSet phldrT="[Text]" custT="1"/>
      <dgm:spPr/>
      <dgm:t>
        <a:bodyPr/>
        <a:lstStyle/>
        <a:p>
          <a:r>
            <a:rPr lang="en-IN" sz="1800" dirty="0">
              <a:solidFill>
                <a:schemeClr val="tx1"/>
              </a:solidFill>
            </a:rPr>
            <a:t>Bharath</a:t>
          </a:r>
          <a:endParaRPr lang="en-US" sz="1800" dirty="0">
            <a:solidFill>
              <a:schemeClr val="tx1"/>
            </a:solidFill>
          </a:endParaRPr>
        </a:p>
        <a:p>
          <a:r>
            <a:rPr lang="en-IN" sz="1600" dirty="0"/>
            <a:t>TAR,</a:t>
          </a:r>
          <a:r>
            <a:rPr lang="en-US" sz="1600" dirty="0"/>
            <a:t> </a:t>
          </a:r>
          <a:r>
            <a:rPr lang="en-IN" sz="1600" dirty="0"/>
            <a:t>Victoria &amp; Webb</a:t>
          </a:r>
          <a:endParaRPr lang="en-US" sz="1600" dirty="0"/>
        </a:p>
      </dgm:t>
    </dgm:pt>
    <dgm:pt modelId="{C618F4B1-D56C-40B0-A9BB-A1AC22AA90C0}" type="parTrans" cxnId="{6AD0832E-D0E5-4DFA-A2C1-539A1049A92A}">
      <dgm:prSet/>
      <dgm:spPr/>
      <dgm:t>
        <a:bodyPr/>
        <a:lstStyle/>
        <a:p>
          <a:endParaRPr lang="en-US" dirty="0"/>
        </a:p>
      </dgm:t>
    </dgm:pt>
    <dgm:pt modelId="{350208D2-B2AB-46F5-A396-E4E2016A900E}" type="sibTrans" cxnId="{6AD0832E-D0E5-4DFA-A2C1-539A1049A92A}">
      <dgm:prSet/>
      <dgm:spPr/>
      <dgm:t>
        <a:bodyPr/>
        <a:lstStyle/>
        <a:p>
          <a:endParaRPr lang="en-US"/>
        </a:p>
      </dgm:t>
    </dgm:pt>
    <dgm:pt modelId="{0C87090F-02B0-44D5-BD4B-E5AE0D1FA7F1}">
      <dgm:prSet phldrT="[Text]" custT="1"/>
      <dgm:spPr/>
      <dgm:t>
        <a:bodyPr/>
        <a:lstStyle/>
        <a:p>
          <a:r>
            <a:rPr lang="en-US" sz="2400" dirty="0">
              <a:solidFill>
                <a:schemeClr val="tx1"/>
              </a:solidFill>
            </a:rPr>
            <a:t>HB</a:t>
          </a:r>
        </a:p>
      </dgm:t>
    </dgm:pt>
    <dgm:pt modelId="{48F43ED3-A177-4096-B556-EB782F87985E}" type="parTrans" cxnId="{30E0B992-157A-405B-8572-770CFD4D21A1}">
      <dgm:prSet/>
      <dgm:spPr/>
      <dgm:t>
        <a:bodyPr/>
        <a:lstStyle/>
        <a:p>
          <a:endParaRPr lang="en-US" dirty="0"/>
        </a:p>
      </dgm:t>
    </dgm:pt>
    <dgm:pt modelId="{24E0BA02-AFC8-4BBC-85FF-8CECFE2FDD5C}" type="sibTrans" cxnId="{30E0B992-157A-405B-8572-770CFD4D21A1}">
      <dgm:prSet/>
      <dgm:spPr/>
      <dgm:t>
        <a:bodyPr/>
        <a:lstStyle/>
        <a:p>
          <a:endParaRPr lang="en-US"/>
        </a:p>
      </dgm:t>
    </dgm:pt>
    <dgm:pt modelId="{A97D053E-A973-4364-B69E-A280008FFC90}">
      <dgm:prSet phldrT="[Text]" custT="1"/>
      <dgm:spPr/>
      <dgm:t>
        <a:bodyPr/>
        <a:lstStyle/>
        <a:p>
          <a:r>
            <a:rPr lang="en-IN" sz="1800" dirty="0">
              <a:solidFill>
                <a:schemeClr val="tx1"/>
              </a:solidFill>
            </a:rPr>
            <a:t>Sakthi</a:t>
          </a:r>
          <a:endParaRPr lang="en-US" sz="1800" dirty="0">
            <a:solidFill>
              <a:schemeClr val="tx1"/>
            </a:solidFill>
          </a:endParaRPr>
        </a:p>
        <a:p>
          <a:r>
            <a:rPr lang="en-IN" sz="1600" dirty="0"/>
            <a:t>MCAD</a:t>
          </a:r>
          <a:r>
            <a:rPr lang="en-US" sz="1600" dirty="0"/>
            <a:t> &amp; </a:t>
          </a:r>
          <a:r>
            <a:rPr lang="en-IN" sz="1600" dirty="0"/>
            <a:t>McLennan</a:t>
          </a:r>
          <a:r>
            <a:rPr lang="en-US" sz="1600" dirty="0"/>
            <a:t> </a:t>
          </a:r>
        </a:p>
      </dgm:t>
    </dgm:pt>
    <dgm:pt modelId="{0269C22A-A20B-4CCC-917A-8B311E437315}" type="parTrans" cxnId="{06C05031-CC2B-43C8-8D83-6BE882BBEE11}">
      <dgm:prSet/>
      <dgm:spPr/>
      <dgm:t>
        <a:bodyPr/>
        <a:lstStyle/>
        <a:p>
          <a:endParaRPr lang="en-US" dirty="0"/>
        </a:p>
      </dgm:t>
    </dgm:pt>
    <dgm:pt modelId="{243C102C-DAA2-4245-A1D1-9E6A71F7AB05}" type="sibTrans" cxnId="{06C05031-CC2B-43C8-8D83-6BE882BBEE11}">
      <dgm:prSet/>
      <dgm:spPr/>
      <dgm:t>
        <a:bodyPr/>
        <a:lstStyle/>
        <a:p>
          <a:endParaRPr lang="en-US"/>
        </a:p>
      </dgm:t>
    </dgm:pt>
    <dgm:pt modelId="{991DD7BB-FD91-49EE-AAF5-140AB35E43F7}">
      <dgm:prSet custT="1"/>
      <dgm:spPr/>
      <dgm:t>
        <a:bodyPr/>
        <a:lstStyle/>
        <a:p>
          <a:r>
            <a:rPr lang="en-IN" sz="1800" dirty="0">
              <a:solidFill>
                <a:schemeClr val="tx1"/>
              </a:solidFill>
            </a:rPr>
            <a:t>Bharath</a:t>
          </a:r>
        </a:p>
        <a:p>
          <a:r>
            <a:rPr lang="en-IN" sz="1600" dirty="0">
              <a:solidFill>
                <a:schemeClr val="bg1"/>
              </a:solidFill>
            </a:rPr>
            <a:t>Ector &amp; Tarrant</a:t>
          </a:r>
          <a:endParaRPr lang="en-US" sz="1600" dirty="0">
            <a:solidFill>
              <a:schemeClr val="bg1"/>
            </a:solidFill>
          </a:endParaRPr>
        </a:p>
      </dgm:t>
    </dgm:pt>
    <dgm:pt modelId="{8C5DE38B-5BD6-4776-8A20-AEE9D7B23E51}" type="sibTrans" cxnId="{2B80D23B-5A2B-4D63-AF88-2D04D8D865AC}">
      <dgm:prSet/>
      <dgm:spPr/>
      <dgm:t>
        <a:bodyPr/>
        <a:lstStyle/>
        <a:p>
          <a:endParaRPr lang="en-US"/>
        </a:p>
      </dgm:t>
    </dgm:pt>
    <dgm:pt modelId="{E3D22BD8-B8F5-4AEB-A8DD-53D6A1A29BAD}" type="parTrans" cxnId="{2B80D23B-5A2B-4D63-AF88-2D04D8D865AC}">
      <dgm:prSet/>
      <dgm:spPr/>
      <dgm:t>
        <a:bodyPr/>
        <a:lstStyle/>
        <a:p>
          <a:endParaRPr lang="en-US" dirty="0"/>
        </a:p>
      </dgm:t>
    </dgm:pt>
    <dgm:pt modelId="{B11DB4CC-8FB9-4160-A565-439CAD0C0A5A}" type="pres">
      <dgm:prSet presAssocID="{9EFAFD96-3601-4F17-BB82-DBBBA6C512D5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A2A2C4BC-955A-451B-ABC5-EE2250734788}" type="pres">
      <dgm:prSet presAssocID="{9EFAFD96-3601-4F17-BB82-DBBBA6C512D5}" presName="hierFlow" presStyleCnt="0"/>
      <dgm:spPr/>
    </dgm:pt>
    <dgm:pt modelId="{F4E70536-B606-41BC-B057-8420E96F9672}" type="pres">
      <dgm:prSet presAssocID="{9EFAFD96-3601-4F17-BB82-DBBBA6C512D5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DDDB46ED-D201-43A4-9B95-D78CFBFC0A65}" type="pres">
      <dgm:prSet presAssocID="{19599602-9E94-449B-AE02-46C30491E28C}" presName="Name17" presStyleCnt="0"/>
      <dgm:spPr/>
    </dgm:pt>
    <dgm:pt modelId="{CD8A2109-F428-4F7D-945C-E6903B683C96}" type="pres">
      <dgm:prSet presAssocID="{19599602-9E94-449B-AE02-46C30491E28C}" presName="level1Shape" presStyleLbl="node0" presStyleIdx="0" presStyleCnt="1">
        <dgm:presLayoutVars>
          <dgm:chPref val="3"/>
        </dgm:presLayoutVars>
      </dgm:prSet>
      <dgm:spPr/>
    </dgm:pt>
    <dgm:pt modelId="{A0ECDE11-AC37-4672-8973-25CA736BEF0D}" type="pres">
      <dgm:prSet presAssocID="{19599602-9E94-449B-AE02-46C30491E28C}" presName="hierChild2" presStyleCnt="0"/>
      <dgm:spPr/>
    </dgm:pt>
    <dgm:pt modelId="{8B18BD45-F21B-4D9A-BA58-69BF1522C739}" type="pres">
      <dgm:prSet presAssocID="{6F5CF077-1342-46A1-93F1-68D7723F3F8C}" presName="Name25" presStyleLbl="parChTrans1D2" presStyleIdx="0" presStyleCnt="2"/>
      <dgm:spPr/>
    </dgm:pt>
    <dgm:pt modelId="{8C3D3E8D-9C9A-4300-AA42-E2CF280FF68C}" type="pres">
      <dgm:prSet presAssocID="{6F5CF077-1342-46A1-93F1-68D7723F3F8C}" presName="connTx" presStyleLbl="parChTrans1D2" presStyleIdx="0" presStyleCnt="2"/>
      <dgm:spPr/>
    </dgm:pt>
    <dgm:pt modelId="{3A51F7F6-A497-4AA6-BB37-278D8D83A0C6}" type="pres">
      <dgm:prSet presAssocID="{6FD54DCC-0420-4B69-949E-C600DAC3EA80}" presName="Name30" presStyleCnt="0"/>
      <dgm:spPr/>
    </dgm:pt>
    <dgm:pt modelId="{7521F1BB-48DD-408F-BE0A-667587F71191}" type="pres">
      <dgm:prSet presAssocID="{6FD54DCC-0420-4B69-949E-C600DAC3EA80}" presName="level2Shape" presStyleLbl="node2" presStyleIdx="0" presStyleCnt="2"/>
      <dgm:spPr/>
    </dgm:pt>
    <dgm:pt modelId="{79FADE18-0AF8-49F9-A926-0E037D7D6734}" type="pres">
      <dgm:prSet presAssocID="{6FD54DCC-0420-4B69-949E-C600DAC3EA80}" presName="hierChild3" presStyleCnt="0"/>
      <dgm:spPr/>
    </dgm:pt>
    <dgm:pt modelId="{983DA2A2-82AC-410B-BF0F-8B6908A4E9E9}" type="pres">
      <dgm:prSet presAssocID="{83470605-D50B-47C5-85E0-6C97CC1DEF2D}" presName="Name25" presStyleLbl="parChTrans1D3" presStyleIdx="0" presStyleCnt="4"/>
      <dgm:spPr/>
    </dgm:pt>
    <dgm:pt modelId="{7122F25F-7B87-480B-9F2A-A68BCB23E710}" type="pres">
      <dgm:prSet presAssocID="{83470605-D50B-47C5-85E0-6C97CC1DEF2D}" presName="connTx" presStyleLbl="parChTrans1D3" presStyleIdx="0" presStyleCnt="4"/>
      <dgm:spPr/>
    </dgm:pt>
    <dgm:pt modelId="{27B5483B-769D-4C4C-98C0-63B8993AC9AC}" type="pres">
      <dgm:prSet presAssocID="{1A94D251-C1DF-49B7-B803-397CC4E374C8}" presName="Name30" presStyleCnt="0"/>
      <dgm:spPr/>
    </dgm:pt>
    <dgm:pt modelId="{D50E8B60-6966-42FB-B73C-D72001A5FC79}" type="pres">
      <dgm:prSet presAssocID="{1A94D251-C1DF-49B7-B803-397CC4E374C8}" presName="level2Shape" presStyleLbl="node3" presStyleIdx="0" presStyleCnt="4" custScaleX="88592" custScaleY="63321" custLinFactNeighborX="-3581" custLinFactNeighborY="-97235"/>
      <dgm:spPr/>
    </dgm:pt>
    <dgm:pt modelId="{255351AC-DD67-4C18-AA88-CB3CF02BF6DA}" type="pres">
      <dgm:prSet presAssocID="{1A94D251-C1DF-49B7-B803-397CC4E374C8}" presName="hierChild3" presStyleCnt="0"/>
      <dgm:spPr/>
    </dgm:pt>
    <dgm:pt modelId="{7CFC7FB8-813F-44B3-A62E-4B8BD52B8E94}" type="pres">
      <dgm:prSet presAssocID="{C618F4B1-D56C-40B0-A9BB-A1AC22AA90C0}" presName="Name25" presStyleLbl="parChTrans1D3" presStyleIdx="1" presStyleCnt="4"/>
      <dgm:spPr/>
    </dgm:pt>
    <dgm:pt modelId="{B8AE081C-6544-4AFD-8579-2AD580F8A74F}" type="pres">
      <dgm:prSet presAssocID="{C618F4B1-D56C-40B0-A9BB-A1AC22AA90C0}" presName="connTx" presStyleLbl="parChTrans1D3" presStyleIdx="1" presStyleCnt="4"/>
      <dgm:spPr/>
    </dgm:pt>
    <dgm:pt modelId="{8AD1EBA4-0C0C-4B19-A8FA-0EEFA416233D}" type="pres">
      <dgm:prSet presAssocID="{D6D663EA-8C9E-4A6C-8696-EA6202B67EB8}" presName="Name30" presStyleCnt="0"/>
      <dgm:spPr/>
    </dgm:pt>
    <dgm:pt modelId="{491F8957-8121-4213-9A9A-393C24798F43}" type="pres">
      <dgm:prSet presAssocID="{D6D663EA-8C9E-4A6C-8696-EA6202B67EB8}" presName="level2Shape" presStyleLbl="node3" presStyleIdx="1" presStyleCnt="4" custScaleX="85784" custScaleY="52978" custLinFactNeighborX="-2177" custLinFactNeighborY="-85180"/>
      <dgm:spPr/>
    </dgm:pt>
    <dgm:pt modelId="{ED0DB2A9-17A6-4DD9-8471-62B7C5387D4A}" type="pres">
      <dgm:prSet presAssocID="{D6D663EA-8C9E-4A6C-8696-EA6202B67EB8}" presName="hierChild3" presStyleCnt="0"/>
      <dgm:spPr/>
    </dgm:pt>
    <dgm:pt modelId="{06365586-90B3-4BB0-80F1-07D8E4B1A59E}" type="pres">
      <dgm:prSet presAssocID="{48F43ED3-A177-4096-B556-EB782F87985E}" presName="Name25" presStyleLbl="parChTrans1D2" presStyleIdx="1" presStyleCnt="2"/>
      <dgm:spPr/>
    </dgm:pt>
    <dgm:pt modelId="{03044018-8FB0-4FDD-AFD4-F6520F8FEC58}" type="pres">
      <dgm:prSet presAssocID="{48F43ED3-A177-4096-B556-EB782F87985E}" presName="connTx" presStyleLbl="parChTrans1D2" presStyleIdx="1" presStyleCnt="2"/>
      <dgm:spPr/>
    </dgm:pt>
    <dgm:pt modelId="{C4BACEE8-949B-46F6-B56D-61B901F078E7}" type="pres">
      <dgm:prSet presAssocID="{0C87090F-02B0-44D5-BD4B-E5AE0D1FA7F1}" presName="Name30" presStyleCnt="0"/>
      <dgm:spPr/>
    </dgm:pt>
    <dgm:pt modelId="{75C560BF-5E17-480E-A76D-AB4B3C642540}" type="pres">
      <dgm:prSet presAssocID="{0C87090F-02B0-44D5-BD4B-E5AE0D1FA7F1}" presName="level2Shape" presStyleLbl="node2" presStyleIdx="1" presStyleCnt="2"/>
      <dgm:spPr/>
    </dgm:pt>
    <dgm:pt modelId="{45606DF0-4AE9-443B-8D21-A41CFE000A0A}" type="pres">
      <dgm:prSet presAssocID="{0C87090F-02B0-44D5-BD4B-E5AE0D1FA7F1}" presName="hierChild3" presStyleCnt="0"/>
      <dgm:spPr/>
    </dgm:pt>
    <dgm:pt modelId="{B2B107D5-11FB-41BA-A20C-4FE2CBAE2DD2}" type="pres">
      <dgm:prSet presAssocID="{0269C22A-A20B-4CCC-917A-8B311E437315}" presName="Name25" presStyleLbl="parChTrans1D3" presStyleIdx="2" presStyleCnt="4"/>
      <dgm:spPr/>
    </dgm:pt>
    <dgm:pt modelId="{301C5D41-BD51-495C-BB7F-1E091354CE8B}" type="pres">
      <dgm:prSet presAssocID="{0269C22A-A20B-4CCC-917A-8B311E437315}" presName="connTx" presStyleLbl="parChTrans1D3" presStyleIdx="2" presStyleCnt="4"/>
      <dgm:spPr/>
    </dgm:pt>
    <dgm:pt modelId="{6CBCA76A-9F09-4CA4-AB0A-179039D2CD01}" type="pres">
      <dgm:prSet presAssocID="{A97D053E-A973-4364-B69E-A280008FFC90}" presName="Name30" presStyleCnt="0"/>
      <dgm:spPr/>
    </dgm:pt>
    <dgm:pt modelId="{DB1E16E2-90E4-4D66-8122-90CA54729BF1}" type="pres">
      <dgm:prSet presAssocID="{A97D053E-A973-4364-B69E-A280008FFC90}" presName="level2Shape" presStyleLbl="node3" presStyleIdx="2" presStyleCnt="4" custScaleX="87459" custScaleY="56565" custLinFactNeighborX="-2480" custLinFactNeighborY="-73794"/>
      <dgm:spPr/>
    </dgm:pt>
    <dgm:pt modelId="{97EDA5B3-1507-4F82-8F1B-A99B8123AE8B}" type="pres">
      <dgm:prSet presAssocID="{A97D053E-A973-4364-B69E-A280008FFC90}" presName="hierChild3" presStyleCnt="0"/>
      <dgm:spPr/>
    </dgm:pt>
    <dgm:pt modelId="{1C070834-37E3-4F94-9EE4-B35CFF3F9D97}" type="pres">
      <dgm:prSet presAssocID="{E3D22BD8-B8F5-4AEB-A8DD-53D6A1A29BAD}" presName="Name25" presStyleLbl="parChTrans1D3" presStyleIdx="3" presStyleCnt="4"/>
      <dgm:spPr/>
    </dgm:pt>
    <dgm:pt modelId="{F6774133-F0C8-40EE-9813-19AD5E87B240}" type="pres">
      <dgm:prSet presAssocID="{E3D22BD8-B8F5-4AEB-A8DD-53D6A1A29BAD}" presName="connTx" presStyleLbl="parChTrans1D3" presStyleIdx="3" presStyleCnt="4"/>
      <dgm:spPr/>
    </dgm:pt>
    <dgm:pt modelId="{620C5D5C-A9BD-4607-A202-9C2690ECC83D}" type="pres">
      <dgm:prSet presAssocID="{991DD7BB-FD91-49EE-AAF5-140AB35E43F7}" presName="Name30" presStyleCnt="0"/>
      <dgm:spPr/>
    </dgm:pt>
    <dgm:pt modelId="{54EB5938-4E22-436F-BD0A-086E5ECC6844}" type="pres">
      <dgm:prSet presAssocID="{991DD7BB-FD91-49EE-AAF5-140AB35E43F7}" presName="level2Shape" presStyleLbl="node3" presStyleIdx="3" presStyleCnt="4" custScaleX="83306" custScaleY="68608" custLinFactNeighborX="-1014" custLinFactNeighborY="-64978"/>
      <dgm:spPr/>
    </dgm:pt>
    <dgm:pt modelId="{2BEF19F0-C9E4-4688-BEB1-7ADECDA3C21E}" type="pres">
      <dgm:prSet presAssocID="{991DD7BB-FD91-49EE-AAF5-140AB35E43F7}" presName="hierChild3" presStyleCnt="0"/>
      <dgm:spPr/>
    </dgm:pt>
    <dgm:pt modelId="{FADCCE50-016A-4026-9762-F6D5953A6F5C}" type="pres">
      <dgm:prSet presAssocID="{9EFAFD96-3601-4F17-BB82-DBBBA6C512D5}" presName="bgShapesFlow" presStyleCnt="0"/>
      <dgm:spPr/>
    </dgm:pt>
  </dgm:ptLst>
  <dgm:cxnLst>
    <dgm:cxn modelId="{EB889005-384A-468F-A438-BCA4BE21A4EE}" srcId="{6FD54DCC-0420-4B69-949E-C600DAC3EA80}" destId="{1A94D251-C1DF-49B7-B803-397CC4E374C8}" srcOrd="0" destOrd="0" parTransId="{83470605-D50B-47C5-85E0-6C97CC1DEF2D}" sibTransId="{4B83F8D2-E6F1-4C2F-B422-0FF1AFE48807}"/>
    <dgm:cxn modelId="{DA40CF14-9AC3-4D38-9917-4D813C6B7E78}" type="presOf" srcId="{6FD54DCC-0420-4B69-949E-C600DAC3EA80}" destId="{7521F1BB-48DD-408F-BE0A-667587F71191}" srcOrd="0" destOrd="0" presId="urn:microsoft.com/office/officeart/2005/8/layout/hierarchy5"/>
    <dgm:cxn modelId="{709AAB17-0B04-414B-BBEB-9D2143AED53C}" type="presOf" srcId="{48F43ED3-A177-4096-B556-EB782F87985E}" destId="{06365586-90B3-4BB0-80F1-07D8E4B1A59E}" srcOrd="0" destOrd="0" presId="urn:microsoft.com/office/officeart/2005/8/layout/hierarchy5"/>
    <dgm:cxn modelId="{6AD0832E-D0E5-4DFA-A2C1-539A1049A92A}" srcId="{6FD54DCC-0420-4B69-949E-C600DAC3EA80}" destId="{D6D663EA-8C9E-4A6C-8696-EA6202B67EB8}" srcOrd="1" destOrd="0" parTransId="{C618F4B1-D56C-40B0-A9BB-A1AC22AA90C0}" sibTransId="{350208D2-B2AB-46F5-A396-E4E2016A900E}"/>
    <dgm:cxn modelId="{06C05031-CC2B-43C8-8D83-6BE882BBEE11}" srcId="{0C87090F-02B0-44D5-BD4B-E5AE0D1FA7F1}" destId="{A97D053E-A973-4364-B69E-A280008FFC90}" srcOrd="0" destOrd="0" parTransId="{0269C22A-A20B-4CCC-917A-8B311E437315}" sibTransId="{243C102C-DAA2-4245-A1D1-9E6A71F7AB05}"/>
    <dgm:cxn modelId="{2B80D23B-5A2B-4D63-AF88-2D04D8D865AC}" srcId="{0C87090F-02B0-44D5-BD4B-E5AE0D1FA7F1}" destId="{991DD7BB-FD91-49EE-AAF5-140AB35E43F7}" srcOrd="1" destOrd="0" parTransId="{E3D22BD8-B8F5-4AEB-A8DD-53D6A1A29BAD}" sibTransId="{8C5DE38B-5BD6-4776-8A20-AEE9D7B23E51}"/>
    <dgm:cxn modelId="{9D31755D-8122-472D-8208-B88C1CC87FCD}" type="presOf" srcId="{83470605-D50B-47C5-85E0-6C97CC1DEF2D}" destId="{983DA2A2-82AC-410B-BF0F-8B6908A4E9E9}" srcOrd="0" destOrd="0" presId="urn:microsoft.com/office/officeart/2005/8/layout/hierarchy5"/>
    <dgm:cxn modelId="{6F79F242-EBFC-4695-B48D-2276D51EBDEE}" type="presOf" srcId="{6F5CF077-1342-46A1-93F1-68D7723F3F8C}" destId="{8B18BD45-F21B-4D9A-BA58-69BF1522C739}" srcOrd="0" destOrd="0" presId="urn:microsoft.com/office/officeart/2005/8/layout/hierarchy5"/>
    <dgm:cxn modelId="{FCCB0344-B6D2-49CF-AEFD-F2F609241EC8}" type="presOf" srcId="{9EFAFD96-3601-4F17-BB82-DBBBA6C512D5}" destId="{B11DB4CC-8FB9-4160-A565-439CAD0C0A5A}" srcOrd="0" destOrd="0" presId="urn:microsoft.com/office/officeart/2005/8/layout/hierarchy5"/>
    <dgm:cxn modelId="{3C5C3771-3AF3-416E-9450-4E1CB031411F}" type="presOf" srcId="{0269C22A-A20B-4CCC-917A-8B311E437315}" destId="{301C5D41-BD51-495C-BB7F-1E091354CE8B}" srcOrd="1" destOrd="0" presId="urn:microsoft.com/office/officeart/2005/8/layout/hierarchy5"/>
    <dgm:cxn modelId="{2B2A1856-4E7B-4696-ABC0-6C8C1A343B77}" type="presOf" srcId="{A97D053E-A973-4364-B69E-A280008FFC90}" destId="{DB1E16E2-90E4-4D66-8122-90CA54729BF1}" srcOrd="0" destOrd="0" presId="urn:microsoft.com/office/officeart/2005/8/layout/hierarchy5"/>
    <dgm:cxn modelId="{1E8AC477-5F57-40C0-8036-8FF9A437D710}" type="presOf" srcId="{19599602-9E94-449B-AE02-46C30491E28C}" destId="{CD8A2109-F428-4F7D-945C-E6903B683C96}" srcOrd="0" destOrd="0" presId="urn:microsoft.com/office/officeart/2005/8/layout/hierarchy5"/>
    <dgm:cxn modelId="{A3FF435A-AE79-4B87-B50E-9BB9827FE75F}" type="presOf" srcId="{6F5CF077-1342-46A1-93F1-68D7723F3F8C}" destId="{8C3D3E8D-9C9A-4300-AA42-E2CF280FF68C}" srcOrd="1" destOrd="0" presId="urn:microsoft.com/office/officeart/2005/8/layout/hierarchy5"/>
    <dgm:cxn modelId="{E49E0686-D87E-4CE8-9743-FF701130D0FB}" type="presOf" srcId="{C618F4B1-D56C-40B0-A9BB-A1AC22AA90C0}" destId="{B8AE081C-6544-4AFD-8579-2AD580F8A74F}" srcOrd="1" destOrd="0" presId="urn:microsoft.com/office/officeart/2005/8/layout/hierarchy5"/>
    <dgm:cxn modelId="{30E0B992-157A-405B-8572-770CFD4D21A1}" srcId="{19599602-9E94-449B-AE02-46C30491E28C}" destId="{0C87090F-02B0-44D5-BD4B-E5AE0D1FA7F1}" srcOrd="1" destOrd="0" parTransId="{48F43ED3-A177-4096-B556-EB782F87985E}" sibTransId="{24E0BA02-AFC8-4BBC-85FF-8CECFE2FDD5C}"/>
    <dgm:cxn modelId="{E891C796-AE84-4825-BBF5-E30F4D3AA1C7}" type="presOf" srcId="{83470605-D50B-47C5-85E0-6C97CC1DEF2D}" destId="{7122F25F-7B87-480B-9F2A-A68BCB23E710}" srcOrd="1" destOrd="0" presId="urn:microsoft.com/office/officeart/2005/8/layout/hierarchy5"/>
    <dgm:cxn modelId="{F881BE9D-341F-4AD9-AFBC-1B97236A9208}" type="presOf" srcId="{C618F4B1-D56C-40B0-A9BB-A1AC22AA90C0}" destId="{7CFC7FB8-813F-44B3-A62E-4B8BD52B8E94}" srcOrd="0" destOrd="0" presId="urn:microsoft.com/office/officeart/2005/8/layout/hierarchy5"/>
    <dgm:cxn modelId="{7A02F5AF-F9F5-4778-A66E-DE024A3A34D9}" srcId="{9EFAFD96-3601-4F17-BB82-DBBBA6C512D5}" destId="{19599602-9E94-449B-AE02-46C30491E28C}" srcOrd="0" destOrd="0" parTransId="{FF371F54-3EAD-4229-B33D-30FA8E522AE4}" sibTransId="{2A88706E-F8B3-4E84-B216-AB828E178267}"/>
    <dgm:cxn modelId="{6519A2B1-BCC4-4794-95FB-44D4EF4D2083}" type="presOf" srcId="{0C87090F-02B0-44D5-BD4B-E5AE0D1FA7F1}" destId="{75C560BF-5E17-480E-A76D-AB4B3C642540}" srcOrd="0" destOrd="0" presId="urn:microsoft.com/office/officeart/2005/8/layout/hierarchy5"/>
    <dgm:cxn modelId="{90F7B0B2-3E13-4C5A-BD69-87A5DDE324B7}" type="presOf" srcId="{E3D22BD8-B8F5-4AEB-A8DD-53D6A1A29BAD}" destId="{1C070834-37E3-4F94-9EE4-B35CFF3F9D97}" srcOrd="0" destOrd="0" presId="urn:microsoft.com/office/officeart/2005/8/layout/hierarchy5"/>
    <dgm:cxn modelId="{613C0CC0-3AE0-4928-AB77-DE432BFEC13C}" type="presOf" srcId="{48F43ED3-A177-4096-B556-EB782F87985E}" destId="{03044018-8FB0-4FDD-AFD4-F6520F8FEC58}" srcOrd="1" destOrd="0" presId="urn:microsoft.com/office/officeart/2005/8/layout/hierarchy5"/>
    <dgm:cxn modelId="{6ADAE1C4-500D-4A6E-A5B7-A41748461D9D}" type="presOf" srcId="{1A94D251-C1DF-49B7-B803-397CC4E374C8}" destId="{D50E8B60-6966-42FB-B73C-D72001A5FC79}" srcOrd="0" destOrd="0" presId="urn:microsoft.com/office/officeart/2005/8/layout/hierarchy5"/>
    <dgm:cxn modelId="{5C09B9D9-F433-4D4E-9B66-D5266AA55A74}" type="presOf" srcId="{0269C22A-A20B-4CCC-917A-8B311E437315}" destId="{B2B107D5-11FB-41BA-A20C-4FE2CBAE2DD2}" srcOrd="0" destOrd="0" presId="urn:microsoft.com/office/officeart/2005/8/layout/hierarchy5"/>
    <dgm:cxn modelId="{5B1CCBDD-B144-4456-AE4D-726E0263CA7F}" type="presOf" srcId="{D6D663EA-8C9E-4A6C-8696-EA6202B67EB8}" destId="{491F8957-8121-4213-9A9A-393C24798F43}" srcOrd="0" destOrd="0" presId="urn:microsoft.com/office/officeart/2005/8/layout/hierarchy5"/>
    <dgm:cxn modelId="{5051B9E6-F0AF-4846-882C-67BF3D34DEEA}" type="presOf" srcId="{991DD7BB-FD91-49EE-AAF5-140AB35E43F7}" destId="{54EB5938-4E22-436F-BD0A-086E5ECC6844}" srcOrd="0" destOrd="0" presId="urn:microsoft.com/office/officeart/2005/8/layout/hierarchy5"/>
    <dgm:cxn modelId="{A9A39EE7-F441-4563-AFFD-666EC4C4FD54}" srcId="{19599602-9E94-449B-AE02-46C30491E28C}" destId="{6FD54DCC-0420-4B69-949E-C600DAC3EA80}" srcOrd="0" destOrd="0" parTransId="{6F5CF077-1342-46A1-93F1-68D7723F3F8C}" sibTransId="{CE57F18C-7754-4245-BB8D-0DDD9139AB8E}"/>
    <dgm:cxn modelId="{645C43E9-0B2E-4FC8-9824-E0A49CB59901}" type="presOf" srcId="{E3D22BD8-B8F5-4AEB-A8DD-53D6A1A29BAD}" destId="{F6774133-F0C8-40EE-9813-19AD5E87B240}" srcOrd="1" destOrd="0" presId="urn:microsoft.com/office/officeart/2005/8/layout/hierarchy5"/>
    <dgm:cxn modelId="{D7652C0D-B35F-45F0-B826-930B50A9F3D2}" type="presParOf" srcId="{B11DB4CC-8FB9-4160-A565-439CAD0C0A5A}" destId="{A2A2C4BC-955A-451B-ABC5-EE2250734788}" srcOrd="0" destOrd="0" presId="urn:microsoft.com/office/officeart/2005/8/layout/hierarchy5"/>
    <dgm:cxn modelId="{1EFE2BF7-64B6-41FD-95A6-07A2EE3707CB}" type="presParOf" srcId="{A2A2C4BC-955A-451B-ABC5-EE2250734788}" destId="{F4E70536-B606-41BC-B057-8420E96F9672}" srcOrd="0" destOrd="0" presId="urn:microsoft.com/office/officeart/2005/8/layout/hierarchy5"/>
    <dgm:cxn modelId="{A6755A67-1C5E-42C8-8C9C-2F89DB54F249}" type="presParOf" srcId="{F4E70536-B606-41BC-B057-8420E96F9672}" destId="{DDDB46ED-D201-43A4-9B95-D78CFBFC0A65}" srcOrd="0" destOrd="0" presId="urn:microsoft.com/office/officeart/2005/8/layout/hierarchy5"/>
    <dgm:cxn modelId="{0C5B6EED-B967-4C02-928E-CB019035AC25}" type="presParOf" srcId="{DDDB46ED-D201-43A4-9B95-D78CFBFC0A65}" destId="{CD8A2109-F428-4F7D-945C-E6903B683C96}" srcOrd="0" destOrd="0" presId="urn:microsoft.com/office/officeart/2005/8/layout/hierarchy5"/>
    <dgm:cxn modelId="{658057E4-C60D-44BD-8CDE-153B736091D5}" type="presParOf" srcId="{DDDB46ED-D201-43A4-9B95-D78CFBFC0A65}" destId="{A0ECDE11-AC37-4672-8973-25CA736BEF0D}" srcOrd="1" destOrd="0" presId="urn:microsoft.com/office/officeart/2005/8/layout/hierarchy5"/>
    <dgm:cxn modelId="{CBDB9B89-B8CD-461A-85F7-5A32FB4EAE70}" type="presParOf" srcId="{A0ECDE11-AC37-4672-8973-25CA736BEF0D}" destId="{8B18BD45-F21B-4D9A-BA58-69BF1522C739}" srcOrd="0" destOrd="0" presId="urn:microsoft.com/office/officeart/2005/8/layout/hierarchy5"/>
    <dgm:cxn modelId="{8E972475-8ADE-4983-9E5A-D0540690DB19}" type="presParOf" srcId="{8B18BD45-F21B-4D9A-BA58-69BF1522C739}" destId="{8C3D3E8D-9C9A-4300-AA42-E2CF280FF68C}" srcOrd="0" destOrd="0" presId="urn:microsoft.com/office/officeart/2005/8/layout/hierarchy5"/>
    <dgm:cxn modelId="{55AB3330-D25D-4B00-BCED-EC02466F92F2}" type="presParOf" srcId="{A0ECDE11-AC37-4672-8973-25CA736BEF0D}" destId="{3A51F7F6-A497-4AA6-BB37-278D8D83A0C6}" srcOrd="1" destOrd="0" presId="urn:microsoft.com/office/officeart/2005/8/layout/hierarchy5"/>
    <dgm:cxn modelId="{A69F2FB9-E28A-4510-8AF9-D6E5FD860281}" type="presParOf" srcId="{3A51F7F6-A497-4AA6-BB37-278D8D83A0C6}" destId="{7521F1BB-48DD-408F-BE0A-667587F71191}" srcOrd="0" destOrd="0" presId="urn:microsoft.com/office/officeart/2005/8/layout/hierarchy5"/>
    <dgm:cxn modelId="{EF5ED9ED-7C2A-43C4-9792-CC38EAB64AAE}" type="presParOf" srcId="{3A51F7F6-A497-4AA6-BB37-278D8D83A0C6}" destId="{79FADE18-0AF8-49F9-A926-0E037D7D6734}" srcOrd="1" destOrd="0" presId="urn:microsoft.com/office/officeart/2005/8/layout/hierarchy5"/>
    <dgm:cxn modelId="{3FEDE70A-1220-4567-9FDE-24378ACB8471}" type="presParOf" srcId="{79FADE18-0AF8-49F9-A926-0E037D7D6734}" destId="{983DA2A2-82AC-410B-BF0F-8B6908A4E9E9}" srcOrd="0" destOrd="0" presId="urn:microsoft.com/office/officeart/2005/8/layout/hierarchy5"/>
    <dgm:cxn modelId="{8F5E5544-A195-49FE-A6EB-61AD2EEB9460}" type="presParOf" srcId="{983DA2A2-82AC-410B-BF0F-8B6908A4E9E9}" destId="{7122F25F-7B87-480B-9F2A-A68BCB23E710}" srcOrd="0" destOrd="0" presId="urn:microsoft.com/office/officeart/2005/8/layout/hierarchy5"/>
    <dgm:cxn modelId="{431BF402-8D26-49AC-ABA9-D8BDC2084F45}" type="presParOf" srcId="{79FADE18-0AF8-49F9-A926-0E037D7D6734}" destId="{27B5483B-769D-4C4C-98C0-63B8993AC9AC}" srcOrd="1" destOrd="0" presId="urn:microsoft.com/office/officeart/2005/8/layout/hierarchy5"/>
    <dgm:cxn modelId="{7AA58F36-58CB-4E7D-9832-B1B25458B195}" type="presParOf" srcId="{27B5483B-769D-4C4C-98C0-63B8993AC9AC}" destId="{D50E8B60-6966-42FB-B73C-D72001A5FC79}" srcOrd="0" destOrd="0" presId="urn:microsoft.com/office/officeart/2005/8/layout/hierarchy5"/>
    <dgm:cxn modelId="{6923A8A1-FBF7-4185-9EF3-618A4757D72E}" type="presParOf" srcId="{27B5483B-769D-4C4C-98C0-63B8993AC9AC}" destId="{255351AC-DD67-4C18-AA88-CB3CF02BF6DA}" srcOrd="1" destOrd="0" presId="urn:microsoft.com/office/officeart/2005/8/layout/hierarchy5"/>
    <dgm:cxn modelId="{4C5E8F46-2563-420C-B965-F4EF54FBABFA}" type="presParOf" srcId="{79FADE18-0AF8-49F9-A926-0E037D7D6734}" destId="{7CFC7FB8-813F-44B3-A62E-4B8BD52B8E94}" srcOrd="2" destOrd="0" presId="urn:microsoft.com/office/officeart/2005/8/layout/hierarchy5"/>
    <dgm:cxn modelId="{77AF09AA-A845-4C30-BF82-E3C4F1403617}" type="presParOf" srcId="{7CFC7FB8-813F-44B3-A62E-4B8BD52B8E94}" destId="{B8AE081C-6544-4AFD-8579-2AD580F8A74F}" srcOrd="0" destOrd="0" presId="urn:microsoft.com/office/officeart/2005/8/layout/hierarchy5"/>
    <dgm:cxn modelId="{CAD017B9-45B9-45F0-AE03-E365051F2BC1}" type="presParOf" srcId="{79FADE18-0AF8-49F9-A926-0E037D7D6734}" destId="{8AD1EBA4-0C0C-4B19-A8FA-0EEFA416233D}" srcOrd="3" destOrd="0" presId="urn:microsoft.com/office/officeart/2005/8/layout/hierarchy5"/>
    <dgm:cxn modelId="{7A2433DC-355F-4363-9F61-ED6A66F751EC}" type="presParOf" srcId="{8AD1EBA4-0C0C-4B19-A8FA-0EEFA416233D}" destId="{491F8957-8121-4213-9A9A-393C24798F43}" srcOrd="0" destOrd="0" presId="urn:microsoft.com/office/officeart/2005/8/layout/hierarchy5"/>
    <dgm:cxn modelId="{E60D5B4F-27E7-404A-820C-BCEEA42CB94A}" type="presParOf" srcId="{8AD1EBA4-0C0C-4B19-A8FA-0EEFA416233D}" destId="{ED0DB2A9-17A6-4DD9-8471-62B7C5387D4A}" srcOrd="1" destOrd="0" presId="urn:microsoft.com/office/officeart/2005/8/layout/hierarchy5"/>
    <dgm:cxn modelId="{965E3E68-0033-44E1-A266-B32CDD53FEE3}" type="presParOf" srcId="{A0ECDE11-AC37-4672-8973-25CA736BEF0D}" destId="{06365586-90B3-4BB0-80F1-07D8E4B1A59E}" srcOrd="2" destOrd="0" presId="urn:microsoft.com/office/officeart/2005/8/layout/hierarchy5"/>
    <dgm:cxn modelId="{A2FB59BD-314A-4F46-B42A-780B04E980A6}" type="presParOf" srcId="{06365586-90B3-4BB0-80F1-07D8E4B1A59E}" destId="{03044018-8FB0-4FDD-AFD4-F6520F8FEC58}" srcOrd="0" destOrd="0" presId="urn:microsoft.com/office/officeart/2005/8/layout/hierarchy5"/>
    <dgm:cxn modelId="{68D59D19-E717-4405-A50A-8B07B2A2EEF8}" type="presParOf" srcId="{A0ECDE11-AC37-4672-8973-25CA736BEF0D}" destId="{C4BACEE8-949B-46F6-B56D-61B901F078E7}" srcOrd="3" destOrd="0" presId="urn:microsoft.com/office/officeart/2005/8/layout/hierarchy5"/>
    <dgm:cxn modelId="{2FF780F5-DD76-4EEC-B06A-B9B2126E43DC}" type="presParOf" srcId="{C4BACEE8-949B-46F6-B56D-61B901F078E7}" destId="{75C560BF-5E17-480E-A76D-AB4B3C642540}" srcOrd="0" destOrd="0" presId="urn:microsoft.com/office/officeart/2005/8/layout/hierarchy5"/>
    <dgm:cxn modelId="{D3CDCBBB-7338-482F-B457-6ACAA68500F2}" type="presParOf" srcId="{C4BACEE8-949B-46F6-B56D-61B901F078E7}" destId="{45606DF0-4AE9-443B-8D21-A41CFE000A0A}" srcOrd="1" destOrd="0" presId="urn:microsoft.com/office/officeart/2005/8/layout/hierarchy5"/>
    <dgm:cxn modelId="{C7863ACD-EB41-4188-9310-40B4BDECCB0E}" type="presParOf" srcId="{45606DF0-4AE9-443B-8D21-A41CFE000A0A}" destId="{B2B107D5-11FB-41BA-A20C-4FE2CBAE2DD2}" srcOrd="0" destOrd="0" presId="urn:microsoft.com/office/officeart/2005/8/layout/hierarchy5"/>
    <dgm:cxn modelId="{B0A84414-4BD7-48B0-8813-DDA99F2BADC2}" type="presParOf" srcId="{B2B107D5-11FB-41BA-A20C-4FE2CBAE2DD2}" destId="{301C5D41-BD51-495C-BB7F-1E091354CE8B}" srcOrd="0" destOrd="0" presId="urn:microsoft.com/office/officeart/2005/8/layout/hierarchy5"/>
    <dgm:cxn modelId="{7E966231-B6D7-44FC-B041-81E2EE90662C}" type="presParOf" srcId="{45606DF0-4AE9-443B-8D21-A41CFE000A0A}" destId="{6CBCA76A-9F09-4CA4-AB0A-179039D2CD01}" srcOrd="1" destOrd="0" presId="urn:microsoft.com/office/officeart/2005/8/layout/hierarchy5"/>
    <dgm:cxn modelId="{EABE6E91-4BF9-4599-AF21-BBBA56EA5871}" type="presParOf" srcId="{6CBCA76A-9F09-4CA4-AB0A-179039D2CD01}" destId="{DB1E16E2-90E4-4D66-8122-90CA54729BF1}" srcOrd="0" destOrd="0" presId="urn:microsoft.com/office/officeart/2005/8/layout/hierarchy5"/>
    <dgm:cxn modelId="{9D8D627F-D8E4-456E-83C1-C866FEB87403}" type="presParOf" srcId="{6CBCA76A-9F09-4CA4-AB0A-179039D2CD01}" destId="{97EDA5B3-1507-4F82-8F1B-A99B8123AE8B}" srcOrd="1" destOrd="0" presId="urn:microsoft.com/office/officeart/2005/8/layout/hierarchy5"/>
    <dgm:cxn modelId="{62D78515-9A6C-4CCB-84D4-9B6802D5CF40}" type="presParOf" srcId="{45606DF0-4AE9-443B-8D21-A41CFE000A0A}" destId="{1C070834-37E3-4F94-9EE4-B35CFF3F9D97}" srcOrd="2" destOrd="0" presId="urn:microsoft.com/office/officeart/2005/8/layout/hierarchy5"/>
    <dgm:cxn modelId="{0B16EDA5-103D-49F6-8222-B3C056D4B9DC}" type="presParOf" srcId="{1C070834-37E3-4F94-9EE4-B35CFF3F9D97}" destId="{F6774133-F0C8-40EE-9813-19AD5E87B240}" srcOrd="0" destOrd="0" presId="urn:microsoft.com/office/officeart/2005/8/layout/hierarchy5"/>
    <dgm:cxn modelId="{5FDC8ECC-A543-4A1B-8D30-5EA1DC58B374}" type="presParOf" srcId="{45606DF0-4AE9-443B-8D21-A41CFE000A0A}" destId="{620C5D5C-A9BD-4607-A202-9C2690ECC83D}" srcOrd="3" destOrd="0" presId="urn:microsoft.com/office/officeart/2005/8/layout/hierarchy5"/>
    <dgm:cxn modelId="{C0A41FE9-147B-4EBA-8F5E-45AF034BA4B9}" type="presParOf" srcId="{620C5D5C-A9BD-4607-A202-9C2690ECC83D}" destId="{54EB5938-4E22-436F-BD0A-086E5ECC6844}" srcOrd="0" destOrd="0" presId="urn:microsoft.com/office/officeart/2005/8/layout/hierarchy5"/>
    <dgm:cxn modelId="{04B50E41-9AA1-4EEF-B32B-951F4C7AC448}" type="presParOf" srcId="{620C5D5C-A9BD-4607-A202-9C2690ECC83D}" destId="{2BEF19F0-C9E4-4688-BEB1-7ADECDA3C21E}" srcOrd="1" destOrd="0" presId="urn:microsoft.com/office/officeart/2005/8/layout/hierarchy5"/>
    <dgm:cxn modelId="{B8FFCEA3-50D5-4D5D-B035-15DDBB8DDC79}" type="presParOf" srcId="{B11DB4CC-8FB9-4160-A565-439CAD0C0A5A}" destId="{FADCCE50-016A-4026-9762-F6D5953A6F5C}" srcOrd="1" destOrd="0" presId="urn:microsoft.com/office/officeart/2005/8/layout/hierarchy5"/>
  </dgm:cxnLst>
  <dgm:bg/>
  <dgm:whole>
    <a:ln w="57150"/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EFAFD96-3601-4F17-BB82-DBBBA6C512D5}" type="doc">
      <dgm:prSet loTypeId="urn:microsoft.com/office/officeart/2005/8/layout/hierarchy5" loCatId="hierarchy" qsTypeId="urn:microsoft.com/office/officeart/2005/8/quickstyle/simple4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19599602-9E94-449B-AE02-46C30491E28C}">
      <dgm:prSet phldrT="[Text]" custT="1"/>
      <dgm:spPr/>
      <dgm:t>
        <a:bodyPr/>
        <a:lstStyle/>
        <a:p>
          <a:r>
            <a:rPr lang="en-US" sz="2400" dirty="0" err="1">
              <a:solidFill>
                <a:schemeClr val="tx1"/>
              </a:solidFill>
            </a:rPr>
            <a:t>Sreeram</a:t>
          </a:r>
          <a:endParaRPr lang="en-US" sz="2400" dirty="0">
            <a:solidFill>
              <a:schemeClr val="tx1"/>
            </a:solidFill>
          </a:endParaRPr>
        </a:p>
      </dgm:t>
    </dgm:pt>
    <dgm:pt modelId="{FF371F54-3EAD-4229-B33D-30FA8E522AE4}" type="parTrans" cxnId="{7A02F5AF-F9F5-4778-A66E-DE024A3A34D9}">
      <dgm:prSet/>
      <dgm:spPr/>
      <dgm:t>
        <a:bodyPr/>
        <a:lstStyle/>
        <a:p>
          <a:endParaRPr lang="en-US"/>
        </a:p>
      </dgm:t>
    </dgm:pt>
    <dgm:pt modelId="{2A88706E-F8B3-4E84-B216-AB828E178267}" type="sibTrans" cxnId="{7A02F5AF-F9F5-4778-A66E-DE024A3A34D9}">
      <dgm:prSet/>
      <dgm:spPr/>
      <dgm:t>
        <a:bodyPr/>
        <a:lstStyle/>
        <a:p>
          <a:endParaRPr lang="en-US"/>
        </a:p>
      </dgm:t>
    </dgm:pt>
    <dgm:pt modelId="{6FD54DCC-0420-4B69-949E-C600DAC3EA80}">
      <dgm:prSet phldrT="[Text]" custT="1"/>
      <dgm:spPr/>
      <dgm:t>
        <a:bodyPr/>
        <a:lstStyle/>
        <a:p>
          <a:r>
            <a:rPr lang="en-US" sz="2400" dirty="0">
              <a:solidFill>
                <a:schemeClr val="tx1"/>
              </a:solidFill>
            </a:rPr>
            <a:t>MLS</a:t>
          </a:r>
        </a:p>
      </dgm:t>
    </dgm:pt>
    <dgm:pt modelId="{6F5CF077-1342-46A1-93F1-68D7723F3F8C}" type="parTrans" cxnId="{A9A39EE7-F441-4563-AFFD-666EC4C4FD54}">
      <dgm:prSet/>
      <dgm:spPr/>
      <dgm:t>
        <a:bodyPr/>
        <a:lstStyle/>
        <a:p>
          <a:endParaRPr lang="en-US" dirty="0"/>
        </a:p>
      </dgm:t>
    </dgm:pt>
    <dgm:pt modelId="{CE57F18C-7754-4245-BB8D-0DDD9139AB8E}" type="sibTrans" cxnId="{A9A39EE7-F441-4563-AFFD-666EC4C4FD54}">
      <dgm:prSet/>
      <dgm:spPr/>
      <dgm:t>
        <a:bodyPr/>
        <a:lstStyle/>
        <a:p>
          <a:endParaRPr lang="en-US"/>
        </a:p>
      </dgm:t>
    </dgm:pt>
    <dgm:pt modelId="{1A94D251-C1DF-49B7-B803-397CC4E374C8}">
      <dgm:prSet phldrT="[Text]" custT="1"/>
      <dgm:spPr/>
      <dgm:t>
        <a:bodyPr/>
        <a:lstStyle/>
        <a:p>
          <a:r>
            <a:rPr lang="en-IN" sz="1800" dirty="0">
              <a:solidFill>
                <a:schemeClr val="tx1"/>
              </a:solidFill>
            </a:rPr>
            <a:t>Dinesh</a:t>
          </a:r>
          <a:endParaRPr lang="en-US" sz="1800" dirty="0">
            <a:solidFill>
              <a:schemeClr val="tx1"/>
            </a:solidFill>
          </a:endParaRPr>
        </a:p>
        <a:p>
          <a:r>
            <a:rPr lang="en-IN" sz="1500" dirty="0"/>
            <a:t>Wichita, Kerr &amp; Jefferson</a:t>
          </a:r>
          <a:endParaRPr lang="en-US" sz="1500" dirty="0"/>
        </a:p>
      </dgm:t>
    </dgm:pt>
    <dgm:pt modelId="{83470605-D50B-47C5-85E0-6C97CC1DEF2D}" type="parTrans" cxnId="{EB889005-384A-468F-A438-BCA4BE21A4EE}">
      <dgm:prSet/>
      <dgm:spPr/>
      <dgm:t>
        <a:bodyPr/>
        <a:lstStyle/>
        <a:p>
          <a:endParaRPr lang="en-US" dirty="0"/>
        </a:p>
      </dgm:t>
    </dgm:pt>
    <dgm:pt modelId="{4B83F8D2-E6F1-4C2F-B422-0FF1AFE48807}" type="sibTrans" cxnId="{EB889005-384A-468F-A438-BCA4BE21A4EE}">
      <dgm:prSet/>
      <dgm:spPr/>
      <dgm:t>
        <a:bodyPr/>
        <a:lstStyle/>
        <a:p>
          <a:endParaRPr lang="en-US"/>
        </a:p>
      </dgm:t>
    </dgm:pt>
    <dgm:pt modelId="{D6D663EA-8C9E-4A6C-8696-EA6202B67EB8}">
      <dgm:prSet phldrT="[Text]" custT="1"/>
      <dgm:spPr/>
      <dgm:t>
        <a:bodyPr/>
        <a:lstStyle/>
        <a:p>
          <a:r>
            <a:rPr lang="en-IN" sz="1800" dirty="0">
              <a:solidFill>
                <a:schemeClr val="tx1"/>
              </a:solidFill>
            </a:rPr>
            <a:t>Kavya</a:t>
          </a:r>
          <a:endParaRPr lang="en-US" sz="1800" dirty="0">
            <a:solidFill>
              <a:schemeClr val="tx1"/>
            </a:solidFill>
          </a:endParaRPr>
        </a:p>
        <a:p>
          <a:r>
            <a:rPr lang="en-IN" sz="1600" dirty="0"/>
            <a:t>Midland &amp;</a:t>
          </a:r>
          <a:r>
            <a:rPr lang="en-US" sz="1600" dirty="0"/>
            <a:t> </a:t>
          </a:r>
          <a:r>
            <a:rPr lang="en-IN" sz="1600" dirty="0"/>
            <a:t>Lubbock</a:t>
          </a:r>
          <a:endParaRPr lang="en-US" sz="1600" dirty="0"/>
        </a:p>
      </dgm:t>
    </dgm:pt>
    <dgm:pt modelId="{C618F4B1-D56C-40B0-A9BB-A1AC22AA90C0}" type="parTrans" cxnId="{6AD0832E-D0E5-4DFA-A2C1-539A1049A92A}">
      <dgm:prSet/>
      <dgm:spPr/>
      <dgm:t>
        <a:bodyPr/>
        <a:lstStyle/>
        <a:p>
          <a:endParaRPr lang="en-US" dirty="0"/>
        </a:p>
      </dgm:t>
    </dgm:pt>
    <dgm:pt modelId="{350208D2-B2AB-46F5-A396-E4E2016A900E}" type="sibTrans" cxnId="{6AD0832E-D0E5-4DFA-A2C1-539A1049A92A}">
      <dgm:prSet/>
      <dgm:spPr/>
      <dgm:t>
        <a:bodyPr/>
        <a:lstStyle/>
        <a:p>
          <a:endParaRPr lang="en-US"/>
        </a:p>
      </dgm:t>
    </dgm:pt>
    <dgm:pt modelId="{0C87090F-02B0-44D5-BD4B-E5AE0D1FA7F1}">
      <dgm:prSet phldrT="[Text]" custT="1"/>
      <dgm:spPr/>
      <dgm:t>
        <a:bodyPr/>
        <a:lstStyle/>
        <a:p>
          <a:r>
            <a:rPr lang="en-US" sz="2400" dirty="0">
              <a:solidFill>
                <a:schemeClr val="tx1"/>
              </a:solidFill>
            </a:rPr>
            <a:t>HB</a:t>
          </a:r>
        </a:p>
      </dgm:t>
    </dgm:pt>
    <dgm:pt modelId="{48F43ED3-A177-4096-B556-EB782F87985E}" type="parTrans" cxnId="{30E0B992-157A-405B-8572-770CFD4D21A1}">
      <dgm:prSet/>
      <dgm:spPr/>
      <dgm:t>
        <a:bodyPr/>
        <a:lstStyle/>
        <a:p>
          <a:endParaRPr lang="en-US" dirty="0"/>
        </a:p>
      </dgm:t>
    </dgm:pt>
    <dgm:pt modelId="{24E0BA02-AFC8-4BBC-85FF-8CECFE2FDD5C}" type="sibTrans" cxnId="{30E0B992-157A-405B-8572-770CFD4D21A1}">
      <dgm:prSet/>
      <dgm:spPr/>
      <dgm:t>
        <a:bodyPr/>
        <a:lstStyle/>
        <a:p>
          <a:endParaRPr lang="en-US"/>
        </a:p>
      </dgm:t>
    </dgm:pt>
    <dgm:pt modelId="{A97D053E-A973-4364-B69E-A280008FFC90}">
      <dgm:prSet phldrT="[Text]" custT="1"/>
      <dgm:spPr/>
      <dgm:t>
        <a:bodyPr/>
        <a:lstStyle/>
        <a:p>
          <a:r>
            <a:rPr lang="en-IN" sz="1800" dirty="0">
              <a:solidFill>
                <a:schemeClr val="tx1"/>
              </a:solidFill>
            </a:rPr>
            <a:t>Manowa</a:t>
          </a:r>
          <a:endParaRPr lang="en-US" sz="1800" dirty="0">
            <a:solidFill>
              <a:schemeClr val="tx1"/>
            </a:solidFill>
          </a:endParaRPr>
        </a:p>
        <a:p>
          <a:r>
            <a:rPr lang="en-IN" sz="1600" dirty="0"/>
            <a:t>Dallas</a:t>
          </a:r>
          <a:r>
            <a:rPr lang="en-US" sz="1600" dirty="0"/>
            <a:t> &amp; </a:t>
          </a:r>
          <a:r>
            <a:rPr lang="en-IN" sz="1600" dirty="0"/>
            <a:t>Denton</a:t>
          </a:r>
          <a:r>
            <a:rPr lang="en-US" sz="1600" dirty="0"/>
            <a:t> </a:t>
          </a:r>
        </a:p>
      </dgm:t>
    </dgm:pt>
    <dgm:pt modelId="{0269C22A-A20B-4CCC-917A-8B311E437315}" type="parTrans" cxnId="{06C05031-CC2B-43C8-8D83-6BE882BBEE11}">
      <dgm:prSet/>
      <dgm:spPr/>
      <dgm:t>
        <a:bodyPr/>
        <a:lstStyle/>
        <a:p>
          <a:endParaRPr lang="en-US" dirty="0"/>
        </a:p>
      </dgm:t>
    </dgm:pt>
    <dgm:pt modelId="{243C102C-DAA2-4245-A1D1-9E6A71F7AB05}" type="sibTrans" cxnId="{06C05031-CC2B-43C8-8D83-6BE882BBEE11}">
      <dgm:prSet/>
      <dgm:spPr/>
      <dgm:t>
        <a:bodyPr/>
        <a:lstStyle/>
        <a:p>
          <a:endParaRPr lang="en-US"/>
        </a:p>
      </dgm:t>
    </dgm:pt>
    <dgm:pt modelId="{991DD7BB-FD91-49EE-AAF5-140AB35E43F7}">
      <dgm:prSet custT="1"/>
      <dgm:spPr/>
      <dgm:t>
        <a:bodyPr/>
        <a:lstStyle/>
        <a:p>
          <a:r>
            <a:rPr lang="en-IN" sz="1800" dirty="0">
              <a:solidFill>
                <a:schemeClr val="tx1"/>
              </a:solidFill>
            </a:rPr>
            <a:t>Younus</a:t>
          </a:r>
        </a:p>
        <a:p>
          <a:r>
            <a:rPr lang="en-IN" sz="1600" dirty="0">
              <a:solidFill>
                <a:schemeClr val="bg1"/>
              </a:solidFill>
            </a:rPr>
            <a:t>Ellis</a:t>
          </a:r>
          <a:r>
            <a:rPr lang="en-IN" sz="2100" dirty="0">
              <a:solidFill>
                <a:schemeClr val="bg1"/>
              </a:solidFill>
            </a:rPr>
            <a:t> </a:t>
          </a:r>
          <a:r>
            <a:rPr lang="en-IN" sz="1600" dirty="0">
              <a:solidFill>
                <a:schemeClr val="bg1"/>
              </a:solidFill>
            </a:rPr>
            <a:t>&amp;</a:t>
          </a:r>
          <a:r>
            <a:rPr lang="en-IN" sz="2100" dirty="0">
              <a:solidFill>
                <a:schemeClr val="bg1"/>
              </a:solidFill>
            </a:rPr>
            <a:t> </a:t>
          </a:r>
          <a:r>
            <a:rPr lang="en-IN" sz="1600" dirty="0">
              <a:solidFill>
                <a:schemeClr val="bg1"/>
              </a:solidFill>
            </a:rPr>
            <a:t>FBCAD</a:t>
          </a:r>
          <a:endParaRPr lang="en-US" sz="1600" dirty="0">
            <a:solidFill>
              <a:schemeClr val="bg1"/>
            </a:solidFill>
          </a:endParaRPr>
        </a:p>
      </dgm:t>
    </dgm:pt>
    <dgm:pt modelId="{8C5DE38B-5BD6-4776-8A20-AEE9D7B23E51}" type="sibTrans" cxnId="{2B80D23B-5A2B-4D63-AF88-2D04D8D865AC}">
      <dgm:prSet/>
      <dgm:spPr/>
      <dgm:t>
        <a:bodyPr/>
        <a:lstStyle/>
        <a:p>
          <a:endParaRPr lang="en-US"/>
        </a:p>
      </dgm:t>
    </dgm:pt>
    <dgm:pt modelId="{E3D22BD8-B8F5-4AEB-A8DD-53D6A1A29BAD}" type="parTrans" cxnId="{2B80D23B-5A2B-4D63-AF88-2D04D8D865AC}">
      <dgm:prSet/>
      <dgm:spPr/>
      <dgm:t>
        <a:bodyPr/>
        <a:lstStyle/>
        <a:p>
          <a:endParaRPr lang="en-US" dirty="0"/>
        </a:p>
      </dgm:t>
    </dgm:pt>
    <dgm:pt modelId="{B11DB4CC-8FB9-4160-A565-439CAD0C0A5A}" type="pres">
      <dgm:prSet presAssocID="{9EFAFD96-3601-4F17-BB82-DBBBA6C512D5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A2A2C4BC-955A-451B-ABC5-EE2250734788}" type="pres">
      <dgm:prSet presAssocID="{9EFAFD96-3601-4F17-BB82-DBBBA6C512D5}" presName="hierFlow" presStyleCnt="0"/>
      <dgm:spPr/>
    </dgm:pt>
    <dgm:pt modelId="{F4E70536-B606-41BC-B057-8420E96F9672}" type="pres">
      <dgm:prSet presAssocID="{9EFAFD96-3601-4F17-BB82-DBBBA6C512D5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DDDB46ED-D201-43A4-9B95-D78CFBFC0A65}" type="pres">
      <dgm:prSet presAssocID="{19599602-9E94-449B-AE02-46C30491E28C}" presName="Name17" presStyleCnt="0"/>
      <dgm:spPr/>
    </dgm:pt>
    <dgm:pt modelId="{CD8A2109-F428-4F7D-945C-E6903B683C96}" type="pres">
      <dgm:prSet presAssocID="{19599602-9E94-449B-AE02-46C30491E28C}" presName="level1Shape" presStyleLbl="node0" presStyleIdx="0" presStyleCnt="1">
        <dgm:presLayoutVars>
          <dgm:chPref val="3"/>
        </dgm:presLayoutVars>
      </dgm:prSet>
      <dgm:spPr/>
    </dgm:pt>
    <dgm:pt modelId="{A0ECDE11-AC37-4672-8973-25CA736BEF0D}" type="pres">
      <dgm:prSet presAssocID="{19599602-9E94-449B-AE02-46C30491E28C}" presName="hierChild2" presStyleCnt="0"/>
      <dgm:spPr/>
    </dgm:pt>
    <dgm:pt modelId="{8B18BD45-F21B-4D9A-BA58-69BF1522C739}" type="pres">
      <dgm:prSet presAssocID="{6F5CF077-1342-46A1-93F1-68D7723F3F8C}" presName="Name25" presStyleLbl="parChTrans1D2" presStyleIdx="0" presStyleCnt="2"/>
      <dgm:spPr/>
    </dgm:pt>
    <dgm:pt modelId="{8C3D3E8D-9C9A-4300-AA42-E2CF280FF68C}" type="pres">
      <dgm:prSet presAssocID="{6F5CF077-1342-46A1-93F1-68D7723F3F8C}" presName="connTx" presStyleLbl="parChTrans1D2" presStyleIdx="0" presStyleCnt="2"/>
      <dgm:spPr/>
    </dgm:pt>
    <dgm:pt modelId="{3A51F7F6-A497-4AA6-BB37-278D8D83A0C6}" type="pres">
      <dgm:prSet presAssocID="{6FD54DCC-0420-4B69-949E-C600DAC3EA80}" presName="Name30" presStyleCnt="0"/>
      <dgm:spPr/>
    </dgm:pt>
    <dgm:pt modelId="{7521F1BB-48DD-408F-BE0A-667587F71191}" type="pres">
      <dgm:prSet presAssocID="{6FD54DCC-0420-4B69-949E-C600DAC3EA80}" presName="level2Shape" presStyleLbl="node2" presStyleIdx="0" presStyleCnt="2"/>
      <dgm:spPr/>
    </dgm:pt>
    <dgm:pt modelId="{79FADE18-0AF8-49F9-A926-0E037D7D6734}" type="pres">
      <dgm:prSet presAssocID="{6FD54DCC-0420-4B69-949E-C600DAC3EA80}" presName="hierChild3" presStyleCnt="0"/>
      <dgm:spPr/>
    </dgm:pt>
    <dgm:pt modelId="{983DA2A2-82AC-410B-BF0F-8B6908A4E9E9}" type="pres">
      <dgm:prSet presAssocID="{83470605-D50B-47C5-85E0-6C97CC1DEF2D}" presName="Name25" presStyleLbl="parChTrans1D3" presStyleIdx="0" presStyleCnt="4"/>
      <dgm:spPr/>
    </dgm:pt>
    <dgm:pt modelId="{7122F25F-7B87-480B-9F2A-A68BCB23E710}" type="pres">
      <dgm:prSet presAssocID="{83470605-D50B-47C5-85E0-6C97CC1DEF2D}" presName="connTx" presStyleLbl="parChTrans1D3" presStyleIdx="0" presStyleCnt="4"/>
      <dgm:spPr/>
    </dgm:pt>
    <dgm:pt modelId="{27B5483B-769D-4C4C-98C0-63B8993AC9AC}" type="pres">
      <dgm:prSet presAssocID="{1A94D251-C1DF-49B7-B803-397CC4E374C8}" presName="Name30" presStyleCnt="0"/>
      <dgm:spPr/>
    </dgm:pt>
    <dgm:pt modelId="{D50E8B60-6966-42FB-B73C-D72001A5FC79}" type="pres">
      <dgm:prSet presAssocID="{1A94D251-C1DF-49B7-B803-397CC4E374C8}" presName="level2Shape" presStyleLbl="node3" presStyleIdx="0" presStyleCnt="4" custScaleX="88592" custScaleY="60451" custLinFactNeighborX="-3581" custLinFactNeighborY="-97235"/>
      <dgm:spPr/>
    </dgm:pt>
    <dgm:pt modelId="{255351AC-DD67-4C18-AA88-CB3CF02BF6DA}" type="pres">
      <dgm:prSet presAssocID="{1A94D251-C1DF-49B7-B803-397CC4E374C8}" presName="hierChild3" presStyleCnt="0"/>
      <dgm:spPr/>
    </dgm:pt>
    <dgm:pt modelId="{7CFC7FB8-813F-44B3-A62E-4B8BD52B8E94}" type="pres">
      <dgm:prSet presAssocID="{C618F4B1-D56C-40B0-A9BB-A1AC22AA90C0}" presName="Name25" presStyleLbl="parChTrans1D3" presStyleIdx="1" presStyleCnt="4"/>
      <dgm:spPr/>
    </dgm:pt>
    <dgm:pt modelId="{B8AE081C-6544-4AFD-8579-2AD580F8A74F}" type="pres">
      <dgm:prSet presAssocID="{C618F4B1-D56C-40B0-A9BB-A1AC22AA90C0}" presName="connTx" presStyleLbl="parChTrans1D3" presStyleIdx="1" presStyleCnt="4"/>
      <dgm:spPr/>
    </dgm:pt>
    <dgm:pt modelId="{8AD1EBA4-0C0C-4B19-A8FA-0EEFA416233D}" type="pres">
      <dgm:prSet presAssocID="{D6D663EA-8C9E-4A6C-8696-EA6202B67EB8}" presName="Name30" presStyleCnt="0"/>
      <dgm:spPr/>
    </dgm:pt>
    <dgm:pt modelId="{491F8957-8121-4213-9A9A-393C24798F43}" type="pres">
      <dgm:prSet presAssocID="{D6D663EA-8C9E-4A6C-8696-EA6202B67EB8}" presName="level2Shape" presStyleLbl="node3" presStyleIdx="1" presStyleCnt="4" custScaleX="85784" custScaleY="52978" custLinFactNeighborX="-2177" custLinFactNeighborY="-85180"/>
      <dgm:spPr/>
    </dgm:pt>
    <dgm:pt modelId="{ED0DB2A9-17A6-4DD9-8471-62B7C5387D4A}" type="pres">
      <dgm:prSet presAssocID="{D6D663EA-8C9E-4A6C-8696-EA6202B67EB8}" presName="hierChild3" presStyleCnt="0"/>
      <dgm:spPr/>
    </dgm:pt>
    <dgm:pt modelId="{06365586-90B3-4BB0-80F1-07D8E4B1A59E}" type="pres">
      <dgm:prSet presAssocID="{48F43ED3-A177-4096-B556-EB782F87985E}" presName="Name25" presStyleLbl="parChTrans1D2" presStyleIdx="1" presStyleCnt="2"/>
      <dgm:spPr/>
    </dgm:pt>
    <dgm:pt modelId="{03044018-8FB0-4FDD-AFD4-F6520F8FEC58}" type="pres">
      <dgm:prSet presAssocID="{48F43ED3-A177-4096-B556-EB782F87985E}" presName="connTx" presStyleLbl="parChTrans1D2" presStyleIdx="1" presStyleCnt="2"/>
      <dgm:spPr/>
    </dgm:pt>
    <dgm:pt modelId="{C4BACEE8-949B-46F6-B56D-61B901F078E7}" type="pres">
      <dgm:prSet presAssocID="{0C87090F-02B0-44D5-BD4B-E5AE0D1FA7F1}" presName="Name30" presStyleCnt="0"/>
      <dgm:spPr/>
    </dgm:pt>
    <dgm:pt modelId="{75C560BF-5E17-480E-A76D-AB4B3C642540}" type="pres">
      <dgm:prSet presAssocID="{0C87090F-02B0-44D5-BD4B-E5AE0D1FA7F1}" presName="level2Shape" presStyleLbl="node2" presStyleIdx="1" presStyleCnt="2"/>
      <dgm:spPr/>
    </dgm:pt>
    <dgm:pt modelId="{45606DF0-4AE9-443B-8D21-A41CFE000A0A}" type="pres">
      <dgm:prSet presAssocID="{0C87090F-02B0-44D5-BD4B-E5AE0D1FA7F1}" presName="hierChild3" presStyleCnt="0"/>
      <dgm:spPr/>
    </dgm:pt>
    <dgm:pt modelId="{B2B107D5-11FB-41BA-A20C-4FE2CBAE2DD2}" type="pres">
      <dgm:prSet presAssocID="{0269C22A-A20B-4CCC-917A-8B311E437315}" presName="Name25" presStyleLbl="parChTrans1D3" presStyleIdx="2" presStyleCnt="4"/>
      <dgm:spPr/>
    </dgm:pt>
    <dgm:pt modelId="{301C5D41-BD51-495C-BB7F-1E091354CE8B}" type="pres">
      <dgm:prSet presAssocID="{0269C22A-A20B-4CCC-917A-8B311E437315}" presName="connTx" presStyleLbl="parChTrans1D3" presStyleIdx="2" presStyleCnt="4"/>
      <dgm:spPr/>
    </dgm:pt>
    <dgm:pt modelId="{6CBCA76A-9F09-4CA4-AB0A-179039D2CD01}" type="pres">
      <dgm:prSet presAssocID="{A97D053E-A973-4364-B69E-A280008FFC90}" presName="Name30" presStyleCnt="0"/>
      <dgm:spPr/>
    </dgm:pt>
    <dgm:pt modelId="{DB1E16E2-90E4-4D66-8122-90CA54729BF1}" type="pres">
      <dgm:prSet presAssocID="{A97D053E-A973-4364-B69E-A280008FFC90}" presName="level2Shape" presStyleLbl="node3" presStyleIdx="2" presStyleCnt="4" custScaleX="87459" custScaleY="56565" custLinFactNeighborX="-2480" custLinFactNeighborY="-73794"/>
      <dgm:spPr/>
    </dgm:pt>
    <dgm:pt modelId="{97EDA5B3-1507-4F82-8F1B-A99B8123AE8B}" type="pres">
      <dgm:prSet presAssocID="{A97D053E-A973-4364-B69E-A280008FFC90}" presName="hierChild3" presStyleCnt="0"/>
      <dgm:spPr/>
    </dgm:pt>
    <dgm:pt modelId="{1C070834-37E3-4F94-9EE4-B35CFF3F9D97}" type="pres">
      <dgm:prSet presAssocID="{E3D22BD8-B8F5-4AEB-A8DD-53D6A1A29BAD}" presName="Name25" presStyleLbl="parChTrans1D3" presStyleIdx="3" presStyleCnt="4"/>
      <dgm:spPr/>
    </dgm:pt>
    <dgm:pt modelId="{F6774133-F0C8-40EE-9813-19AD5E87B240}" type="pres">
      <dgm:prSet presAssocID="{E3D22BD8-B8F5-4AEB-A8DD-53D6A1A29BAD}" presName="connTx" presStyleLbl="parChTrans1D3" presStyleIdx="3" presStyleCnt="4"/>
      <dgm:spPr/>
    </dgm:pt>
    <dgm:pt modelId="{620C5D5C-A9BD-4607-A202-9C2690ECC83D}" type="pres">
      <dgm:prSet presAssocID="{991DD7BB-FD91-49EE-AAF5-140AB35E43F7}" presName="Name30" presStyleCnt="0"/>
      <dgm:spPr/>
    </dgm:pt>
    <dgm:pt modelId="{54EB5938-4E22-436F-BD0A-086E5ECC6844}" type="pres">
      <dgm:prSet presAssocID="{991DD7BB-FD91-49EE-AAF5-140AB35E43F7}" presName="level2Shape" presStyleLbl="node3" presStyleIdx="3" presStyleCnt="4" custScaleX="83306" custScaleY="53207" custLinFactNeighborX="259" custLinFactNeighborY="-45577"/>
      <dgm:spPr/>
    </dgm:pt>
    <dgm:pt modelId="{2BEF19F0-C9E4-4688-BEB1-7ADECDA3C21E}" type="pres">
      <dgm:prSet presAssocID="{991DD7BB-FD91-49EE-AAF5-140AB35E43F7}" presName="hierChild3" presStyleCnt="0"/>
      <dgm:spPr/>
    </dgm:pt>
    <dgm:pt modelId="{FADCCE50-016A-4026-9762-F6D5953A6F5C}" type="pres">
      <dgm:prSet presAssocID="{9EFAFD96-3601-4F17-BB82-DBBBA6C512D5}" presName="bgShapesFlow" presStyleCnt="0"/>
      <dgm:spPr/>
    </dgm:pt>
  </dgm:ptLst>
  <dgm:cxnLst>
    <dgm:cxn modelId="{EB889005-384A-468F-A438-BCA4BE21A4EE}" srcId="{6FD54DCC-0420-4B69-949E-C600DAC3EA80}" destId="{1A94D251-C1DF-49B7-B803-397CC4E374C8}" srcOrd="0" destOrd="0" parTransId="{83470605-D50B-47C5-85E0-6C97CC1DEF2D}" sibTransId="{4B83F8D2-E6F1-4C2F-B422-0FF1AFE48807}"/>
    <dgm:cxn modelId="{DA40CF14-9AC3-4D38-9917-4D813C6B7E78}" type="presOf" srcId="{6FD54DCC-0420-4B69-949E-C600DAC3EA80}" destId="{7521F1BB-48DD-408F-BE0A-667587F71191}" srcOrd="0" destOrd="0" presId="urn:microsoft.com/office/officeart/2005/8/layout/hierarchy5"/>
    <dgm:cxn modelId="{709AAB17-0B04-414B-BBEB-9D2143AED53C}" type="presOf" srcId="{48F43ED3-A177-4096-B556-EB782F87985E}" destId="{06365586-90B3-4BB0-80F1-07D8E4B1A59E}" srcOrd="0" destOrd="0" presId="urn:microsoft.com/office/officeart/2005/8/layout/hierarchy5"/>
    <dgm:cxn modelId="{6AD0832E-D0E5-4DFA-A2C1-539A1049A92A}" srcId="{6FD54DCC-0420-4B69-949E-C600DAC3EA80}" destId="{D6D663EA-8C9E-4A6C-8696-EA6202B67EB8}" srcOrd="1" destOrd="0" parTransId="{C618F4B1-D56C-40B0-A9BB-A1AC22AA90C0}" sibTransId="{350208D2-B2AB-46F5-A396-E4E2016A900E}"/>
    <dgm:cxn modelId="{06C05031-CC2B-43C8-8D83-6BE882BBEE11}" srcId="{0C87090F-02B0-44D5-BD4B-E5AE0D1FA7F1}" destId="{A97D053E-A973-4364-B69E-A280008FFC90}" srcOrd="0" destOrd="0" parTransId="{0269C22A-A20B-4CCC-917A-8B311E437315}" sibTransId="{243C102C-DAA2-4245-A1D1-9E6A71F7AB05}"/>
    <dgm:cxn modelId="{2B80D23B-5A2B-4D63-AF88-2D04D8D865AC}" srcId="{0C87090F-02B0-44D5-BD4B-E5AE0D1FA7F1}" destId="{991DD7BB-FD91-49EE-AAF5-140AB35E43F7}" srcOrd="1" destOrd="0" parTransId="{E3D22BD8-B8F5-4AEB-A8DD-53D6A1A29BAD}" sibTransId="{8C5DE38B-5BD6-4776-8A20-AEE9D7B23E51}"/>
    <dgm:cxn modelId="{9D31755D-8122-472D-8208-B88C1CC87FCD}" type="presOf" srcId="{83470605-D50B-47C5-85E0-6C97CC1DEF2D}" destId="{983DA2A2-82AC-410B-BF0F-8B6908A4E9E9}" srcOrd="0" destOrd="0" presId="urn:microsoft.com/office/officeart/2005/8/layout/hierarchy5"/>
    <dgm:cxn modelId="{6F79F242-EBFC-4695-B48D-2276D51EBDEE}" type="presOf" srcId="{6F5CF077-1342-46A1-93F1-68D7723F3F8C}" destId="{8B18BD45-F21B-4D9A-BA58-69BF1522C739}" srcOrd="0" destOrd="0" presId="urn:microsoft.com/office/officeart/2005/8/layout/hierarchy5"/>
    <dgm:cxn modelId="{FCCB0344-B6D2-49CF-AEFD-F2F609241EC8}" type="presOf" srcId="{9EFAFD96-3601-4F17-BB82-DBBBA6C512D5}" destId="{B11DB4CC-8FB9-4160-A565-439CAD0C0A5A}" srcOrd="0" destOrd="0" presId="urn:microsoft.com/office/officeart/2005/8/layout/hierarchy5"/>
    <dgm:cxn modelId="{3C5C3771-3AF3-416E-9450-4E1CB031411F}" type="presOf" srcId="{0269C22A-A20B-4CCC-917A-8B311E437315}" destId="{301C5D41-BD51-495C-BB7F-1E091354CE8B}" srcOrd="1" destOrd="0" presId="urn:microsoft.com/office/officeart/2005/8/layout/hierarchy5"/>
    <dgm:cxn modelId="{2B2A1856-4E7B-4696-ABC0-6C8C1A343B77}" type="presOf" srcId="{A97D053E-A973-4364-B69E-A280008FFC90}" destId="{DB1E16E2-90E4-4D66-8122-90CA54729BF1}" srcOrd="0" destOrd="0" presId="urn:microsoft.com/office/officeart/2005/8/layout/hierarchy5"/>
    <dgm:cxn modelId="{1E8AC477-5F57-40C0-8036-8FF9A437D710}" type="presOf" srcId="{19599602-9E94-449B-AE02-46C30491E28C}" destId="{CD8A2109-F428-4F7D-945C-E6903B683C96}" srcOrd="0" destOrd="0" presId="urn:microsoft.com/office/officeart/2005/8/layout/hierarchy5"/>
    <dgm:cxn modelId="{A3FF435A-AE79-4B87-B50E-9BB9827FE75F}" type="presOf" srcId="{6F5CF077-1342-46A1-93F1-68D7723F3F8C}" destId="{8C3D3E8D-9C9A-4300-AA42-E2CF280FF68C}" srcOrd="1" destOrd="0" presId="urn:microsoft.com/office/officeart/2005/8/layout/hierarchy5"/>
    <dgm:cxn modelId="{E49E0686-D87E-4CE8-9743-FF701130D0FB}" type="presOf" srcId="{C618F4B1-D56C-40B0-A9BB-A1AC22AA90C0}" destId="{B8AE081C-6544-4AFD-8579-2AD580F8A74F}" srcOrd="1" destOrd="0" presId="urn:microsoft.com/office/officeart/2005/8/layout/hierarchy5"/>
    <dgm:cxn modelId="{30E0B992-157A-405B-8572-770CFD4D21A1}" srcId="{19599602-9E94-449B-AE02-46C30491E28C}" destId="{0C87090F-02B0-44D5-BD4B-E5AE0D1FA7F1}" srcOrd="1" destOrd="0" parTransId="{48F43ED3-A177-4096-B556-EB782F87985E}" sibTransId="{24E0BA02-AFC8-4BBC-85FF-8CECFE2FDD5C}"/>
    <dgm:cxn modelId="{E891C796-AE84-4825-BBF5-E30F4D3AA1C7}" type="presOf" srcId="{83470605-D50B-47C5-85E0-6C97CC1DEF2D}" destId="{7122F25F-7B87-480B-9F2A-A68BCB23E710}" srcOrd="1" destOrd="0" presId="urn:microsoft.com/office/officeart/2005/8/layout/hierarchy5"/>
    <dgm:cxn modelId="{F881BE9D-341F-4AD9-AFBC-1B97236A9208}" type="presOf" srcId="{C618F4B1-D56C-40B0-A9BB-A1AC22AA90C0}" destId="{7CFC7FB8-813F-44B3-A62E-4B8BD52B8E94}" srcOrd="0" destOrd="0" presId="urn:microsoft.com/office/officeart/2005/8/layout/hierarchy5"/>
    <dgm:cxn modelId="{7A02F5AF-F9F5-4778-A66E-DE024A3A34D9}" srcId="{9EFAFD96-3601-4F17-BB82-DBBBA6C512D5}" destId="{19599602-9E94-449B-AE02-46C30491E28C}" srcOrd="0" destOrd="0" parTransId="{FF371F54-3EAD-4229-B33D-30FA8E522AE4}" sibTransId="{2A88706E-F8B3-4E84-B216-AB828E178267}"/>
    <dgm:cxn modelId="{6519A2B1-BCC4-4794-95FB-44D4EF4D2083}" type="presOf" srcId="{0C87090F-02B0-44D5-BD4B-E5AE0D1FA7F1}" destId="{75C560BF-5E17-480E-A76D-AB4B3C642540}" srcOrd="0" destOrd="0" presId="urn:microsoft.com/office/officeart/2005/8/layout/hierarchy5"/>
    <dgm:cxn modelId="{90F7B0B2-3E13-4C5A-BD69-87A5DDE324B7}" type="presOf" srcId="{E3D22BD8-B8F5-4AEB-A8DD-53D6A1A29BAD}" destId="{1C070834-37E3-4F94-9EE4-B35CFF3F9D97}" srcOrd="0" destOrd="0" presId="urn:microsoft.com/office/officeart/2005/8/layout/hierarchy5"/>
    <dgm:cxn modelId="{613C0CC0-3AE0-4928-AB77-DE432BFEC13C}" type="presOf" srcId="{48F43ED3-A177-4096-B556-EB782F87985E}" destId="{03044018-8FB0-4FDD-AFD4-F6520F8FEC58}" srcOrd="1" destOrd="0" presId="urn:microsoft.com/office/officeart/2005/8/layout/hierarchy5"/>
    <dgm:cxn modelId="{6ADAE1C4-500D-4A6E-A5B7-A41748461D9D}" type="presOf" srcId="{1A94D251-C1DF-49B7-B803-397CC4E374C8}" destId="{D50E8B60-6966-42FB-B73C-D72001A5FC79}" srcOrd="0" destOrd="0" presId="urn:microsoft.com/office/officeart/2005/8/layout/hierarchy5"/>
    <dgm:cxn modelId="{5C09B9D9-F433-4D4E-9B66-D5266AA55A74}" type="presOf" srcId="{0269C22A-A20B-4CCC-917A-8B311E437315}" destId="{B2B107D5-11FB-41BA-A20C-4FE2CBAE2DD2}" srcOrd="0" destOrd="0" presId="urn:microsoft.com/office/officeart/2005/8/layout/hierarchy5"/>
    <dgm:cxn modelId="{5B1CCBDD-B144-4456-AE4D-726E0263CA7F}" type="presOf" srcId="{D6D663EA-8C9E-4A6C-8696-EA6202B67EB8}" destId="{491F8957-8121-4213-9A9A-393C24798F43}" srcOrd="0" destOrd="0" presId="urn:microsoft.com/office/officeart/2005/8/layout/hierarchy5"/>
    <dgm:cxn modelId="{5051B9E6-F0AF-4846-882C-67BF3D34DEEA}" type="presOf" srcId="{991DD7BB-FD91-49EE-AAF5-140AB35E43F7}" destId="{54EB5938-4E22-436F-BD0A-086E5ECC6844}" srcOrd="0" destOrd="0" presId="urn:microsoft.com/office/officeart/2005/8/layout/hierarchy5"/>
    <dgm:cxn modelId="{A9A39EE7-F441-4563-AFFD-666EC4C4FD54}" srcId="{19599602-9E94-449B-AE02-46C30491E28C}" destId="{6FD54DCC-0420-4B69-949E-C600DAC3EA80}" srcOrd="0" destOrd="0" parTransId="{6F5CF077-1342-46A1-93F1-68D7723F3F8C}" sibTransId="{CE57F18C-7754-4245-BB8D-0DDD9139AB8E}"/>
    <dgm:cxn modelId="{645C43E9-0B2E-4FC8-9824-E0A49CB59901}" type="presOf" srcId="{E3D22BD8-B8F5-4AEB-A8DD-53D6A1A29BAD}" destId="{F6774133-F0C8-40EE-9813-19AD5E87B240}" srcOrd="1" destOrd="0" presId="urn:microsoft.com/office/officeart/2005/8/layout/hierarchy5"/>
    <dgm:cxn modelId="{D7652C0D-B35F-45F0-B826-930B50A9F3D2}" type="presParOf" srcId="{B11DB4CC-8FB9-4160-A565-439CAD0C0A5A}" destId="{A2A2C4BC-955A-451B-ABC5-EE2250734788}" srcOrd="0" destOrd="0" presId="urn:microsoft.com/office/officeart/2005/8/layout/hierarchy5"/>
    <dgm:cxn modelId="{1EFE2BF7-64B6-41FD-95A6-07A2EE3707CB}" type="presParOf" srcId="{A2A2C4BC-955A-451B-ABC5-EE2250734788}" destId="{F4E70536-B606-41BC-B057-8420E96F9672}" srcOrd="0" destOrd="0" presId="urn:microsoft.com/office/officeart/2005/8/layout/hierarchy5"/>
    <dgm:cxn modelId="{A6755A67-1C5E-42C8-8C9C-2F89DB54F249}" type="presParOf" srcId="{F4E70536-B606-41BC-B057-8420E96F9672}" destId="{DDDB46ED-D201-43A4-9B95-D78CFBFC0A65}" srcOrd="0" destOrd="0" presId="urn:microsoft.com/office/officeart/2005/8/layout/hierarchy5"/>
    <dgm:cxn modelId="{0C5B6EED-B967-4C02-928E-CB019035AC25}" type="presParOf" srcId="{DDDB46ED-D201-43A4-9B95-D78CFBFC0A65}" destId="{CD8A2109-F428-4F7D-945C-E6903B683C96}" srcOrd="0" destOrd="0" presId="urn:microsoft.com/office/officeart/2005/8/layout/hierarchy5"/>
    <dgm:cxn modelId="{658057E4-C60D-44BD-8CDE-153B736091D5}" type="presParOf" srcId="{DDDB46ED-D201-43A4-9B95-D78CFBFC0A65}" destId="{A0ECDE11-AC37-4672-8973-25CA736BEF0D}" srcOrd="1" destOrd="0" presId="urn:microsoft.com/office/officeart/2005/8/layout/hierarchy5"/>
    <dgm:cxn modelId="{CBDB9B89-B8CD-461A-85F7-5A32FB4EAE70}" type="presParOf" srcId="{A0ECDE11-AC37-4672-8973-25CA736BEF0D}" destId="{8B18BD45-F21B-4D9A-BA58-69BF1522C739}" srcOrd="0" destOrd="0" presId="urn:microsoft.com/office/officeart/2005/8/layout/hierarchy5"/>
    <dgm:cxn modelId="{8E972475-8ADE-4983-9E5A-D0540690DB19}" type="presParOf" srcId="{8B18BD45-F21B-4D9A-BA58-69BF1522C739}" destId="{8C3D3E8D-9C9A-4300-AA42-E2CF280FF68C}" srcOrd="0" destOrd="0" presId="urn:microsoft.com/office/officeart/2005/8/layout/hierarchy5"/>
    <dgm:cxn modelId="{55AB3330-D25D-4B00-BCED-EC02466F92F2}" type="presParOf" srcId="{A0ECDE11-AC37-4672-8973-25CA736BEF0D}" destId="{3A51F7F6-A497-4AA6-BB37-278D8D83A0C6}" srcOrd="1" destOrd="0" presId="urn:microsoft.com/office/officeart/2005/8/layout/hierarchy5"/>
    <dgm:cxn modelId="{A69F2FB9-E28A-4510-8AF9-D6E5FD860281}" type="presParOf" srcId="{3A51F7F6-A497-4AA6-BB37-278D8D83A0C6}" destId="{7521F1BB-48DD-408F-BE0A-667587F71191}" srcOrd="0" destOrd="0" presId="urn:microsoft.com/office/officeart/2005/8/layout/hierarchy5"/>
    <dgm:cxn modelId="{EF5ED9ED-7C2A-43C4-9792-CC38EAB64AAE}" type="presParOf" srcId="{3A51F7F6-A497-4AA6-BB37-278D8D83A0C6}" destId="{79FADE18-0AF8-49F9-A926-0E037D7D6734}" srcOrd="1" destOrd="0" presId="urn:microsoft.com/office/officeart/2005/8/layout/hierarchy5"/>
    <dgm:cxn modelId="{3FEDE70A-1220-4567-9FDE-24378ACB8471}" type="presParOf" srcId="{79FADE18-0AF8-49F9-A926-0E037D7D6734}" destId="{983DA2A2-82AC-410B-BF0F-8B6908A4E9E9}" srcOrd="0" destOrd="0" presId="urn:microsoft.com/office/officeart/2005/8/layout/hierarchy5"/>
    <dgm:cxn modelId="{8F5E5544-A195-49FE-A6EB-61AD2EEB9460}" type="presParOf" srcId="{983DA2A2-82AC-410B-BF0F-8B6908A4E9E9}" destId="{7122F25F-7B87-480B-9F2A-A68BCB23E710}" srcOrd="0" destOrd="0" presId="urn:microsoft.com/office/officeart/2005/8/layout/hierarchy5"/>
    <dgm:cxn modelId="{431BF402-8D26-49AC-ABA9-D8BDC2084F45}" type="presParOf" srcId="{79FADE18-0AF8-49F9-A926-0E037D7D6734}" destId="{27B5483B-769D-4C4C-98C0-63B8993AC9AC}" srcOrd="1" destOrd="0" presId="urn:microsoft.com/office/officeart/2005/8/layout/hierarchy5"/>
    <dgm:cxn modelId="{7AA58F36-58CB-4E7D-9832-B1B25458B195}" type="presParOf" srcId="{27B5483B-769D-4C4C-98C0-63B8993AC9AC}" destId="{D50E8B60-6966-42FB-B73C-D72001A5FC79}" srcOrd="0" destOrd="0" presId="urn:microsoft.com/office/officeart/2005/8/layout/hierarchy5"/>
    <dgm:cxn modelId="{6923A8A1-FBF7-4185-9EF3-618A4757D72E}" type="presParOf" srcId="{27B5483B-769D-4C4C-98C0-63B8993AC9AC}" destId="{255351AC-DD67-4C18-AA88-CB3CF02BF6DA}" srcOrd="1" destOrd="0" presId="urn:microsoft.com/office/officeart/2005/8/layout/hierarchy5"/>
    <dgm:cxn modelId="{4C5E8F46-2563-420C-B965-F4EF54FBABFA}" type="presParOf" srcId="{79FADE18-0AF8-49F9-A926-0E037D7D6734}" destId="{7CFC7FB8-813F-44B3-A62E-4B8BD52B8E94}" srcOrd="2" destOrd="0" presId="urn:microsoft.com/office/officeart/2005/8/layout/hierarchy5"/>
    <dgm:cxn modelId="{77AF09AA-A845-4C30-BF82-E3C4F1403617}" type="presParOf" srcId="{7CFC7FB8-813F-44B3-A62E-4B8BD52B8E94}" destId="{B8AE081C-6544-4AFD-8579-2AD580F8A74F}" srcOrd="0" destOrd="0" presId="urn:microsoft.com/office/officeart/2005/8/layout/hierarchy5"/>
    <dgm:cxn modelId="{CAD017B9-45B9-45F0-AE03-E365051F2BC1}" type="presParOf" srcId="{79FADE18-0AF8-49F9-A926-0E037D7D6734}" destId="{8AD1EBA4-0C0C-4B19-A8FA-0EEFA416233D}" srcOrd="3" destOrd="0" presId="urn:microsoft.com/office/officeart/2005/8/layout/hierarchy5"/>
    <dgm:cxn modelId="{7A2433DC-355F-4363-9F61-ED6A66F751EC}" type="presParOf" srcId="{8AD1EBA4-0C0C-4B19-A8FA-0EEFA416233D}" destId="{491F8957-8121-4213-9A9A-393C24798F43}" srcOrd="0" destOrd="0" presId="urn:microsoft.com/office/officeart/2005/8/layout/hierarchy5"/>
    <dgm:cxn modelId="{E60D5B4F-27E7-404A-820C-BCEEA42CB94A}" type="presParOf" srcId="{8AD1EBA4-0C0C-4B19-A8FA-0EEFA416233D}" destId="{ED0DB2A9-17A6-4DD9-8471-62B7C5387D4A}" srcOrd="1" destOrd="0" presId="urn:microsoft.com/office/officeart/2005/8/layout/hierarchy5"/>
    <dgm:cxn modelId="{965E3E68-0033-44E1-A266-B32CDD53FEE3}" type="presParOf" srcId="{A0ECDE11-AC37-4672-8973-25CA736BEF0D}" destId="{06365586-90B3-4BB0-80F1-07D8E4B1A59E}" srcOrd="2" destOrd="0" presId="urn:microsoft.com/office/officeart/2005/8/layout/hierarchy5"/>
    <dgm:cxn modelId="{A2FB59BD-314A-4F46-B42A-780B04E980A6}" type="presParOf" srcId="{06365586-90B3-4BB0-80F1-07D8E4B1A59E}" destId="{03044018-8FB0-4FDD-AFD4-F6520F8FEC58}" srcOrd="0" destOrd="0" presId="urn:microsoft.com/office/officeart/2005/8/layout/hierarchy5"/>
    <dgm:cxn modelId="{68D59D19-E717-4405-A50A-8B07B2A2EEF8}" type="presParOf" srcId="{A0ECDE11-AC37-4672-8973-25CA736BEF0D}" destId="{C4BACEE8-949B-46F6-B56D-61B901F078E7}" srcOrd="3" destOrd="0" presId="urn:microsoft.com/office/officeart/2005/8/layout/hierarchy5"/>
    <dgm:cxn modelId="{2FF780F5-DD76-4EEC-B06A-B9B2126E43DC}" type="presParOf" srcId="{C4BACEE8-949B-46F6-B56D-61B901F078E7}" destId="{75C560BF-5E17-480E-A76D-AB4B3C642540}" srcOrd="0" destOrd="0" presId="urn:microsoft.com/office/officeart/2005/8/layout/hierarchy5"/>
    <dgm:cxn modelId="{D3CDCBBB-7338-482F-B457-6ACAA68500F2}" type="presParOf" srcId="{C4BACEE8-949B-46F6-B56D-61B901F078E7}" destId="{45606DF0-4AE9-443B-8D21-A41CFE000A0A}" srcOrd="1" destOrd="0" presId="urn:microsoft.com/office/officeart/2005/8/layout/hierarchy5"/>
    <dgm:cxn modelId="{C7863ACD-EB41-4188-9310-40B4BDECCB0E}" type="presParOf" srcId="{45606DF0-4AE9-443B-8D21-A41CFE000A0A}" destId="{B2B107D5-11FB-41BA-A20C-4FE2CBAE2DD2}" srcOrd="0" destOrd="0" presId="urn:microsoft.com/office/officeart/2005/8/layout/hierarchy5"/>
    <dgm:cxn modelId="{B0A84414-4BD7-48B0-8813-DDA99F2BADC2}" type="presParOf" srcId="{B2B107D5-11FB-41BA-A20C-4FE2CBAE2DD2}" destId="{301C5D41-BD51-495C-BB7F-1E091354CE8B}" srcOrd="0" destOrd="0" presId="urn:microsoft.com/office/officeart/2005/8/layout/hierarchy5"/>
    <dgm:cxn modelId="{7E966231-B6D7-44FC-B041-81E2EE90662C}" type="presParOf" srcId="{45606DF0-4AE9-443B-8D21-A41CFE000A0A}" destId="{6CBCA76A-9F09-4CA4-AB0A-179039D2CD01}" srcOrd="1" destOrd="0" presId="urn:microsoft.com/office/officeart/2005/8/layout/hierarchy5"/>
    <dgm:cxn modelId="{EABE6E91-4BF9-4599-AF21-BBBA56EA5871}" type="presParOf" srcId="{6CBCA76A-9F09-4CA4-AB0A-179039D2CD01}" destId="{DB1E16E2-90E4-4D66-8122-90CA54729BF1}" srcOrd="0" destOrd="0" presId="urn:microsoft.com/office/officeart/2005/8/layout/hierarchy5"/>
    <dgm:cxn modelId="{9D8D627F-D8E4-456E-83C1-C866FEB87403}" type="presParOf" srcId="{6CBCA76A-9F09-4CA4-AB0A-179039D2CD01}" destId="{97EDA5B3-1507-4F82-8F1B-A99B8123AE8B}" srcOrd="1" destOrd="0" presId="urn:microsoft.com/office/officeart/2005/8/layout/hierarchy5"/>
    <dgm:cxn modelId="{62D78515-9A6C-4CCB-84D4-9B6802D5CF40}" type="presParOf" srcId="{45606DF0-4AE9-443B-8D21-A41CFE000A0A}" destId="{1C070834-37E3-4F94-9EE4-B35CFF3F9D97}" srcOrd="2" destOrd="0" presId="urn:microsoft.com/office/officeart/2005/8/layout/hierarchy5"/>
    <dgm:cxn modelId="{0B16EDA5-103D-49F6-8222-B3C056D4B9DC}" type="presParOf" srcId="{1C070834-37E3-4F94-9EE4-B35CFF3F9D97}" destId="{F6774133-F0C8-40EE-9813-19AD5E87B240}" srcOrd="0" destOrd="0" presId="urn:microsoft.com/office/officeart/2005/8/layout/hierarchy5"/>
    <dgm:cxn modelId="{5FDC8ECC-A543-4A1B-8D30-5EA1DC58B374}" type="presParOf" srcId="{45606DF0-4AE9-443B-8D21-A41CFE000A0A}" destId="{620C5D5C-A9BD-4607-A202-9C2690ECC83D}" srcOrd="3" destOrd="0" presId="urn:microsoft.com/office/officeart/2005/8/layout/hierarchy5"/>
    <dgm:cxn modelId="{C0A41FE9-147B-4EBA-8F5E-45AF034BA4B9}" type="presParOf" srcId="{620C5D5C-A9BD-4607-A202-9C2690ECC83D}" destId="{54EB5938-4E22-436F-BD0A-086E5ECC6844}" srcOrd="0" destOrd="0" presId="urn:microsoft.com/office/officeart/2005/8/layout/hierarchy5"/>
    <dgm:cxn modelId="{04B50E41-9AA1-4EEF-B32B-951F4C7AC448}" type="presParOf" srcId="{620C5D5C-A9BD-4607-A202-9C2690ECC83D}" destId="{2BEF19F0-C9E4-4688-BEB1-7ADECDA3C21E}" srcOrd="1" destOrd="0" presId="urn:microsoft.com/office/officeart/2005/8/layout/hierarchy5"/>
    <dgm:cxn modelId="{B8FFCEA3-50D5-4D5D-B035-15DDBB8DDC79}" type="presParOf" srcId="{B11DB4CC-8FB9-4160-A565-439CAD0C0A5A}" destId="{FADCCE50-016A-4026-9762-F6D5953A6F5C}" srcOrd="1" destOrd="0" presId="urn:microsoft.com/office/officeart/2005/8/layout/hierarchy5"/>
  </dgm:cxnLst>
  <dgm:bg/>
  <dgm:whole>
    <a:ln w="57150"/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EFAFD96-3601-4F17-BB82-DBBBA6C512D5}" type="doc">
      <dgm:prSet loTypeId="urn:microsoft.com/office/officeart/2005/8/layout/hierarchy5" loCatId="hierarchy" qsTypeId="urn:microsoft.com/office/officeart/2005/8/quickstyle/simple4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19599602-9E94-449B-AE02-46C30491E28C}">
      <dgm:prSet phldrT="[Text]" custT="1"/>
      <dgm:spPr/>
      <dgm:t>
        <a:bodyPr/>
        <a:lstStyle/>
        <a:p>
          <a:r>
            <a:rPr lang="en-US" sz="2400" dirty="0">
              <a:solidFill>
                <a:schemeClr val="tx1"/>
              </a:solidFill>
            </a:rPr>
            <a:t>Deepika</a:t>
          </a:r>
        </a:p>
      </dgm:t>
    </dgm:pt>
    <dgm:pt modelId="{FF371F54-3EAD-4229-B33D-30FA8E522AE4}" type="parTrans" cxnId="{7A02F5AF-F9F5-4778-A66E-DE024A3A34D9}">
      <dgm:prSet/>
      <dgm:spPr/>
      <dgm:t>
        <a:bodyPr/>
        <a:lstStyle/>
        <a:p>
          <a:endParaRPr lang="en-US"/>
        </a:p>
      </dgm:t>
    </dgm:pt>
    <dgm:pt modelId="{2A88706E-F8B3-4E84-B216-AB828E178267}" type="sibTrans" cxnId="{7A02F5AF-F9F5-4778-A66E-DE024A3A34D9}">
      <dgm:prSet/>
      <dgm:spPr/>
      <dgm:t>
        <a:bodyPr/>
        <a:lstStyle/>
        <a:p>
          <a:endParaRPr lang="en-US"/>
        </a:p>
      </dgm:t>
    </dgm:pt>
    <dgm:pt modelId="{6FD54DCC-0420-4B69-949E-C600DAC3EA80}">
      <dgm:prSet phldrT="[Text]" custT="1"/>
      <dgm:spPr/>
      <dgm:t>
        <a:bodyPr/>
        <a:lstStyle/>
        <a:p>
          <a:r>
            <a:rPr lang="en-US" sz="2400" dirty="0">
              <a:solidFill>
                <a:schemeClr val="tx1"/>
              </a:solidFill>
            </a:rPr>
            <a:t>MLS</a:t>
          </a:r>
        </a:p>
      </dgm:t>
    </dgm:pt>
    <dgm:pt modelId="{6F5CF077-1342-46A1-93F1-68D7723F3F8C}" type="parTrans" cxnId="{A9A39EE7-F441-4563-AFFD-666EC4C4FD54}">
      <dgm:prSet/>
      <dgm:spPr/>
      <dgm:t>
        <a:bodyPr/>
        <a:lstStyle/>
        <a:p>
          <a:endParaRPr lang="en-US" dirty="0"/>
        </a:p>
      </dgm:t>
    </dgm:pt>
    <dgm:pt modelId="{CE57F18C-7754-4245-BB8D-0DDD9139AB8E}" type="sibTrans" cxnId="{A9A39EE7-F441-4563-AFFD-666EC4C4FD54}">
      <dgm:prSet/>
      <dgm:spPr/>
      <dgm:t>
        <a:bodyPr/>
        <a:lstStyle/>
        <a:p>
          <a:endParaRPr lang="en-US"/>
        </a:p>
      </dgm:t>
    </dgm:pt>
    <dgm:pt modelId="{1A94D251-C1DF-49B7-B803-397CC4E374C8}">
      <dgm:prSet phldrT="[Text]" custT="1"/>
      <dgm:spPr/>
      <dgm:t>
        <a:bodyPr/>
        <a:lstStyle/>
        <a:p>
          <a:r>
            <a:rPr lang="en-IN" sz="1800" dirty="0">
              <a:solidFill>
                <a:schemeClr val="tx1"/>
              </a:solidFill>
            </a:rPr>
            <a:t>Radhika</a:t>
          </a:r>
        </a:p>
        <a:p>
          <a:r>
            <a:rPr lang="en-IN" sz="1600" dirty="0">
              <a:solidFill>
                <a:schemeClr val="bg1"/>
              </a:solidFill>
            </a:rPr>
            <a:t>Angelina &amp; Bowie</a:t>
          </a:r>
          <a:endParaRPr lang="en-US" sz="1600" dirty="0">
            <a:solidFill>
              <a:schemeClr val="bg1"/>
            </a:solidFill>
          </a:endParaRPr>
        </a:p>
      </dgm:t>
    </dgm:pt>
    <dgm:pt modelId="{83470605-D50B-47C5-85E0-6C97CC1DEF2D}" type="parTrans" cxnId="{EB889005-384A-468F-A438-BCA4BE21A4EE}">
      <dgm:prSet/>
      <dgm:spPr/>
      <dgm:t>
        <a:bodyPr/>
        <a:lstStyle/>
        <a:p>
          <a:endParaRPr lang="en-US" dirty="0"/>
        </a:p>
      </dgm:t>
    </dgm:pt>
    <dgm:pt modelId="{4B83F8D2-E6F1-4C2F-B422-0FF1AFE48807}" type="sibTrans" cxnId="{EB889005-384A-468F-A438-BCA4BE21A4EE}">
      <dgm:prSet/>
      <dgm:spPr/>
      <dgm:t>
        <a:bodyPr/>
        <a:lstStyle/>
        <a:p>
          <a:endParaRPr lang="en-US"/>
        </a:p>
      </dgm:t>
    </dgm:pt>
    <dgm:pt modelId="{D6D663EA-8C9E-4A6C-8696-EA6202B67EB8}">
      <dgm:prSet phldrT="[Text]" custT="1"/>
      <dgm:spPr/>
      <dgm:t>
        <a:bodyPr/>
        <a:lstStyle/>
        <a:p>
          <a:r>
            <a:rPr lang="en-IN" sz="1800" dirty="0">
              <a:solidFill>
                <a:schemeClr val="tx1"/>
              </a:solidFill>
            </a:rPr>
            <a:t>Dinesh</a:t>
          </a:r>
          <a:endParaRPr lang="en-US" sz="1800" dirty="0">
            <a:solidFill>
              <a:schemeClr val="tx1"/>
            </a:solidFill>
          </a:endParaRPr>
        </a:p>
        <a:p>
          <a:r>
            <a:rPr lang="en-IN" sz="1600" dirty="0"/>
            <a:t>Resi-Core  &amp;</a:t>
          </a:r>
          <a:r>
            <a:rPr lang="en-US" sz="1600" dirty="0"/>
            <a:t> </a:t>
          </a:r>
          <a:r>
            <a:rPr lang="en-IN" sz="1600" dirty="0"/>
            <a:t>Noncore</a:t>
          </a:r>
          <a:endParaRPr lang="en-US" sz="1600" dirty="0"/>
        </a:p>
      </dgm:t>
    </dgm:pt>
    <dgm:pt modelId="{C618F4B1-D56C-40B0-A9BB-A1AC22AA90C0}" type="parTrans" cxnId="{6AD0832E-D0E5-4DFA-A2C1-539A1049A92A}">
      <dgm:prSet/>
      <dgm:spPr/>
      <dgm:t>
        <a:bodyPr/>
        <a:lstStyle/>
        <a:p>
          <a:endParaRPr lang="en-US" dirty="0"/>
        </a:p>
      </dgm:t>
    </dgm:pt>
    <dgm:pt modelId="{350208D2-B2AB-46F5-A396-E4E2016A900E}" type="sibTrans" cxnId="{6AD0832E-D0E5-4DFA-A2C1-539A1049A92A}">
      <dgm:prSet/>
      <dgm:spPr/>
      <dgm:t>
        <a:bodyPr/>
        <a:lstStyle/>
        <a:p>
          <a:endParaRPr lang="en-US"/>
        </a:p>
      </dgm:t>
    </dgm:pt>
    <dgm:pt modelId="{0C87090F-02B0-44D5-BD4B-E5AE0D1FA7F1}">
      <dgm:prSet phldrT="[Text]" custT="1"/>
      <dgm:spPr/>
      <dgm:t>
        <a:bodyPr/>
        <a:lstStyle/>
        <a:p>
          <a:r>
            <a:rPr lang="en-US" sz="2400" dirty="0">
              <a:solidFill>
                <a:schemeClr val="tx1"/>
              </a:solidFill>
            </a:rPr>
            <a:t>HB</a:t>
          </a:r>
        </a:p>
      </dgm:t>
    </dgm:pt>
    <dgm:pt modelId="{48F43ED3-A177-4096-B556-EB782F87985E}" type="parTrans" cxnId="{30E0B992-157A-405B-8572-770CFD4D21A1}">
      <dgm:prSet/>
      <dgm:spPr/>
      <dgm:t>
        <a:bodyPr/>
        <a:lstStyle/>
        <a:p>
          <a:endParaRPr lang="en-US" dirty="0"/>
        </a:p>
      </dgm:t>
    </dgm:pt>
    <dgm:pt modelId="{24E0BA02-AFC8-4BBC-85FF-8CECFE2FDD5C}" type="sibTrans" cxnId="{30E0B992-157A-405B-8572-770CFD4D21A1}">
      <dgm:prSet/>
      <dgm:spPr/>
      <dgm:t>
        <a:bodyPr/>
        <a:lstStyle/>
        <a:p>
          <a:endParaRPr lang="en-US"/>
        </a:p>
      </dgm:t>
    </dgm:pt>
    <dgm:pt modelId="{A97D053E-A973-4364-B69E-A280008FFC90}">
      <dgm:prSet phldrT="[Text]" custT="1"/>
      <dgm:spPr/>
      <dgm:t>
        <a:bodyPr/>
        <a:lstStyle/>
        <a:p>
          <a:r>
            <a:rPr lang="en-IN" sz="1800" dirty="0">
              <a:solidFill>
                <a:schemeClr val="tx1"/>
              </a:solidFill>
            </a:rPr>
            <a:t>Kavya</a:t>
          </a:r>
        </a:p>
        <a:p>
          <a:pPr>
            <a:buNone/>
          </a:pPr>
          <a:r>
            <a:rPr lang="en-US" sz="1600" dirty="0">
              <a:solidFill>
                <a:schemeClr val="bg1"/>
              </a:solidFill>
            </a:rPr>
            <a:t>Williamson</a:t>
          </a:r>
          <a:r>
            <a:rPr lang="en-IN" sz="1600" dirty="0">
              <a:solidFill>
                <a:schemeClr val="bg1"/>
              </a:solidFill>
            </a:rPr>
            <a:t> &amp; Cluster Folders</a:t>
          </a:r>
          <a:endParaRPr lang="en-US" sz="1600" dirty="0"/>
        </a:p>
      </dgm:t>
    </dgm:pt>
    <dgm:pt modelId="{0269C22A-A20B-4CCC-917A-8B311E437315}" type="parTrans" cxnId="{06C05031-CC2B-43C8-8D83-6BE882BBEE11}">
      <dgm:prSet/>
      <dgm:spPr/>
      <dgm:t>
        <a:bodyPr/>
        <a:lstStyle/>
        <a:p>
          <a:endParaRPr lang="en-US" dirty="0"/>
        </a:p>
      </dgm:t>
    </dgm:pt>
    <dgm:pt modelId="{243C102C-DAA2-4245-A1D1-9E6A71F7AB05}" type="sibTrans" cxnId="{06C05031-CC2B-43C8-8D83-6BE882BBEE11}">
      <dgm:prSet/>
      <dgm:spPr/>
      <dgm:t>
        <a:bodyPr/>
        <a:lstStyle/>
        <a:p>
          <a:endParaRPr lang="en-US"/>
        </a:p>
      </dgm:t>
    </dgm:pt>
    <dgm:pt modelId="{991DD7BB-FD91-49EE-AAF5-140AB35E43F7}">
      <dgm:prSet custT="1"/>
      <dgm:spPr/>
      <dgm:t>
        <a:bodyPr/>
        <a:lstStyle/>
        <a:p>
          <a:r>
            <a:rPr lang="en-IN" sz="1800" dirty="0">
              <a:solidFill>
                <a:schemeClr val="tx1"/>
              </a:solidFill>
            </a:rPr>
            <a:t>Radhika</a:t>
          </a:r>
        </a:p>
        <a:p>
          <a:r>
            <a:rPr lang="en-IN" sz="1600" dirty="0">
              <a:solidFill>
                <a:schemeClr val="bg1"/>
              </a:solidFill>
            </a:rPr>
            <a:t>Jefferson &amp; Lubbock</a:t>
          </a:r>
          <a:endParaRPr lang="en-US" sz="1600" dirty="0">
            <a:solidFill>
              <a:schemeClr val="bg1"/>
            </a:solidFill>
          </a:endParaRPr>
        </a:p>
      </dgm:t>
    </dgm:pt>
    <dgm:pt modelId="{8C5DE38B-5BD6-4776-8A20-AEE9D7B23E51}" type="sibTrans" cxnId="{2B80D23B-5A2B-4D63-AF88-2D04D8D865AC}">
      <dgm:prSet/>
      <dgm:spPr/>
      <dgm:t>
        <a:bodyPr/>
        <a:lstStyle/>
        <a:p>
          <a:endParaRPr lang="en-US"/>
        </a:p>
      </dgm:t>
    </dgm:pt>
    <dgm:pt modelId="{E3D22BD8-B8F5-4AEB-A8DD-53D6A1A29BAD}" type="parTrans" cxnId="{2B80D23B-5A2B-4D63-AF88-2D04D8D865AC}">
      <dgm:prSet/>
      <dgm:spPr/>
      <dgm:t>
        <a:bodyPr/>
        <a:lstStyle/>
        <a:p>
          <a:endParaRPr lang="en-US" dirty="0"/>
        </a:p>
      </dgm:t>
    </dgm:pt>
    <dgm:pt modelId="{B11DB4CC-8FB9-4160-A565-439CAD0C0A5A}" type="pres">
      <dgm:prSet presAssocID="{9EFAFD96-3601-4F17-BB82-DBBBA6C512D5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A2A2C4BC-955A-451B-ABC5-EE2250734788}" type="pres">
      <dgm:prSet presAssocID="{9EFAFD96-3601-4F17-BB82-DBBBA6C512D5}" presName="hierFlow" presStyleCnt="0"/>
      <dgm:spPr/>
    </dgm:pt>
    <dgm:pt modelId="{F4E70536-B606-41BC-B057-8420E96F9672}" type="pres">
      <dgm:prSet presAssocID="{9EFAFD96-3601-4F17-BB82-DBBBA6C512D5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DDDB46ED-D201-43A4-9B95-D78CFBFC0A65}" type="pres">
      <dgm:prSet presAssocID="{19599602-9E94-449B-AE02-46C30491E28C}" presName="Name17" presStyleCnt="0"/>
      <dgm:spPr/>
    </dgm:pt>
    <dgm:pt modelId="{CD8A2109-F428-4F7D-945C-E6903B683C96}" type="pres">
      <dgm:prSet presAssocID="{19599602-9E94-449B-AE02-46C30491E28C}" presName="level1Shape" presStyleLbl="node0" presStyleIdx="0" presStyleCnt="1">
        <dgm:presLayoutVars>
          <dgm:chPref val="3"/>
        </dgm:presLayoutVars>
      </dgm:prSet>
      <dgm:spPr/>
    </dgm:pt>
    <dgm:pt modelId="{A0ECDE11-AC37-4672-8973-25CA736BEF0D}" type="pres">
      <dgm:prSet presAssocID="{19599602-9E94-449B-AE02-46C30491E28C}" presName="hierChild2" presStyleCnt="0"/>
      <dgm:spPr/>
    </dgm:pt>
    <dgm:pt modelId="{8B18BD45-F21B-4D9A-BA58-69BF1522C739}" type="pres">
      <dgm:prSet presAssocID="{6F5CF077-1342-46A1-93F1-68D7723F3F8C}" presName="Name25" presStyleLbl="parChTrans1D2" presStyleIdx="0" presStyleCnt="2"/>
      <dgm:spPr/>
    </dgm:pt>
    <dgm:pt modelId="{8C3D3E8D-9C9A-4300-AA42-E2CF280FF68C}" type="pres">
      <dgm:prSet presAssocID="{6F5CF077-1342-46A1-93F1-68D7723F3F8C}" presName="connTx" presStyleLbl="parChTrans1D2" presStyleIdx="0" presStyleCnt="2"/>
      <dgm:spPr/>
    </dgm:pt>
    <dgm:pt modelId="{3A51F7F6-A497-4AA6-BB37-278D8D83A0C6}" type="pres">
      <dgm:prSet presAssocID="{6FD54DCC-0420-4B69-949E-C600DAC3EA80}" presName="Name30" presStyleCnt="0"/>
      <dgm:spPr/>
    </dgm:pt>
    <dgm:pt modelId="{7521F1BB-48DD-408F-BE0A-667587F71191}" type="pres">
      <dgm:prSet presAssocID="{6FD54DCC-0420-4B69-949E-C600DAC3EA80}" presName="level2Shape" presStyleLbl="node2" presStyleIdx="0" presStyleCnt="2"/>
      <dgm:spPr/>
    </dgm:pt>
    <dgm:pt modelId="{79FADE18-0AF8-49F9-A926-0E037D7D6734}" type="pres">
      <dgm:prSet presAssocID="{6FD54DCC-0420-4B69-949E-C600DAC3EA80}" presName="hierChild3" presStyleCnt="0"/>
      <dgm:spPr/>
    </dgm:pt>
    <dgm:pt modelId="{983DA2A2-82AC-410B-BF0F-8B6908A4E9E9}" type="pres">
      <dgm:prSet presAssocID="{83470605-D50B-47C5-85E0-6C97CC1DEF2D}" presName="Name25" presStyleLbl="parChTrans1D3" presStyleIdx="0" presStyleCnt="4"/>
      <dgm:spPr/>
    </dgm:pt>
    <dgm:pt modelId="{7122F25F-7B87-480B-9F2A-A68BCB23E710}" type="pres">
      <dgm:prSet presAssocID="{83470605-D50B-47C5-85E0-6C97CC1DEF2D}" presName="connTx" presStyleLbl="parChTrans1D3" presStyleIdx="0" presStyleCnt="4"/>
      <dgm:spPr/>
    </dgm:pt>
    <dgm:pt modelId="{27B5483B-769D-4C4C-98C0-63B8993AC9AC}" type="pres">
      <dgm:prSet presAssocID="{1A94D251-C1DF-49B7-B803-397CC4E374C8}" presName="Name30" presStyleCnt="0"/>
      <dgm:spPr/>
    </dgm:pt>
    <dgm:pt modelId="{D50E8B60-6966-42FB-B73C-D72001A5FC79}" type="pres">
      <dgm:prSet presAssocID="{1A94D251-C1DF-49B7-B803-397CC4E374C8}" presName="level2Shape" presStyleLbl="node3" presStyleIdx="0" presStyleCnt="4" custScaleX="88592" custScaleY="60451" custLinFactNeighborX="-3581" custLinFactNeighborY="-97235"/>
      <dgm:spPr/>
    </dgm:pt>
    <dgm:pt modelId="{255351AC-DD67-4C18-AA88-CB3CF02BF6DA}" type="pres">
      <dgm:prSet presAssocID="{1A94D251-C1DF-49B7-B803-397CC4E374C8}" presName="hierChild3" presStyleCnt="0"/>
      <dgm:spPr/>
    </dgm:pt>
    <dgm:pt modelId="{7CFC7FB8-813F-44B3-A62E-4B8BD52B8E94}" type="pres">
      <dgm:prSet presAssocID="{C618F4B1-D56C-40B0-A9BB-A1AC22AA90C0}" presName="Name25" presStyleLbl="parChTrans1D3" presStyleIdx="1" presStyleCnt="4"/>
      <dgm:spPr/>
    </dgm:pt>
    <dgm:pt modelId="{B8AE081C-6544-4AFD-8579-2AD580F8A74F}" type="pres">
      <dgm:prSet presAssocID="{C618F4B1-D56C-40B0-A9BB-A1AC22AA90C0}" presName="connTx" presStyleLbl="parChTrans1D3" presStyleIdx="1" presStyleCnt="4"/>
      <dgm:spPr/>
    </dgm:pt>
    <dgm:pt modelId="{8AD1EBA4-0C0C-4B19-A8FA-0EEFA416233D}" type="pres">
      <dgm:prSet presAssocID="{D6D663EA-8C9E-4A6C-8696-EA6202B67EB8}" presName="Name30" presStyleCnt="0"/>
      <dgm:spPr/>
    </dgm:pt>
    <dgm:pt modelId="{491F8957-8121-4213-9A9A-393C24798F43}" type="pres">
      <dgm:prSet presAssocID="{D6D663EA-8C9E-4A6C-8696-EA6202B67EB8}" presName="level2Shape" presStyleLbl="node3" presStyleIdx="1" presStyleCnt="4" custScaleX="85784" custScaleY="52978" custLinFactNeighborX="-2177" custLinFactNeighborY="-85180"/>
      <dgm:spPr/>
    </dgm:pt>
    <dgm:pt modelId="{ED0DB2A9-17A6-4DD9-8471-62B7C5387D4A}" type="pres">
      <dgm:prSet presAssocID="{D6D663EA-8C9E-4A6C-8696-EA6202B67EB8}" presName="hierChild3" presStyleCnt="0"/>
      <dgm:spPr/>
    </dgm:pt>
    <dgm:pt modelId="{06365586-90B3-4BB0-80F1-07D8E4B1A59E}" type="pres">
      <dgm:prSet presAssocID="{48F43ED3-A177-4096-B556-EB782F87985E}" presName="Name25" presStyleLbl="parChTrans1D2" presStyleIdx="1" presStyleCnt="2"/>
      <dgm:spPr/>
    </dgm:pt>
    <dgm:pt modelId="{03044018-8FB0-4FDD-AFD4-F6520F8FEC58}" type="pres">
      <dgm:prSet presAssocID="{48F43ED3-A177-4096-B556-EB782F87985E}" presName="connTx" presStyleLbl="parChTrans1D2" presStyleIdx="1" presStyleCnt="2"/>
      <dgm:spPr/>
    </dgm:pt>
    <dgm:pt modelId="{C4BACEE8-949B-46F6-B56D-61B901F078E7}" type="pres">
      <dgm:prSet presAssocID="{0C87090F-02B0-44D5-BD4B-E5AE0D1FA7F1}" presName="Name30" presStyleCnt="0"/>
      <dgm:spPr/>
    </dgm:pt>
    <dgm:pt modelId="{75C560BF-5E17-480E-A76D-AB4B3C642540}" type="pres">
      <dgm:prSet presAssocID="{0C87090F-02B0-44D5-BD4B-E5AE0D1FA7F1}" presName="level2Shape" presStyleLbl="node2" presStyleIdx="1" presStyleCnt="2"/>
      <dgm:spPr/>
    </dgm:pt>
    <dgm:pt modelId="{45606DF0-4AE9-443B-8D21-A41CFE000A0A}" type="pres">
      <dgm:prSet presAssocID="{0C87090F-02B0-44D5-BD4B-E5AE0D1FA7F1}" presName="hierChild3" presStyleCnt="0"/>
      <dgm:spPr/>
    </dgm:pt>
    <dgm:pt modelId="{B2B107D5-11FB-41BA-A20C-4FE2CBAE2DD2}" type="pres">
      <dgm:prSet presAssocID="{0269C22A-A20B-4CCC-917A-8B311E437315}" presName="Name25" presStyleLbl="parChTrans1D3" presStyleIdx="2" presStyleCnt="4"/>
      <dgm:spPr/>
    </dgm:pt>
    <dgm:pt modelId="{301C5D41-BD51-495C-BB7F-1E091354CE8B}" type="pres">
      <dgm:prSet presAssocID="{0269C22A-A20B-4CCC-917A-8B311E437315}" presName="connTx" presStyleLbl="parChTrans1D3" presStyleIdx="2" presStyleCnt="4"/>
      <dgm:spPr/>
    </dgm:pt>
    <dgm:pt modelId="{6CBCA76A-9F09-4CA4-AB0A-179039D2CD01}" type="pres">
      <dgm:prSet presAssocID="{A97D053E-A973-4364-B69E-A280008FFC90}" presName="Name30" presStyleCnt="0"/>
      <dgm:spPr/>
    </dgm:pt>
    <dgm:pt modelId="{DB1E16E2-90E4-4D66-8122-90CA54729BF1}" type="pres">
      <dgm:prSet presAssocID="{A97D053E-A973-4364-B69E-A280008FFC90}" presName="level2Shape" presStyleLbl="node3" presStyleIdx="2" presStyleCnt="4" custScaleX="87459" custScaleY="78598" custLinFactNeighborX="-4657" custLinFactNeighborY="20743"/>
      <dgm:spPr/>
    </dgm:pt>
    <dgm:pt modelId="{97EDA5B3-1507-4F82-8F1B-A99B8123AE8B}" type="pres">
      <dgm:prSet presAssocID="{A97D053E-A973-4364-B69E-A280008FFC90}" presName="hierChild3" presStyleCnt="0"/>
      <dgm:spPr/>
    </dgm:pt>
    <dgm:pt modelId="{1C070834-37E3-4F94-9EE4-B35CFF3F9D97}" type="pres">
      <dgm:prSet presAssocID="{E3D22BD8-B8F5-4AEB-A8DD-53D6A1A29BAD}" presName="Name25" presStyleLbl="parChTrans1D3" presStyleIdx="3" presStyleCnt="4"/>
      <dgm:spPr/>
    </dgm:pt>
    <dgm:pt modelId="{F6774133-F0C8-40EE-9813-19AD5E87B240}" type="pres">
      <dgm:prSet presAssocID="{E3D22BD8-B8F5-4AEB-A8DD-53D6A1A29BAD}" presName="connTx" presStyleLbl="parChTrans1D3" presStyleIdx="3" presStyleCnt="4"/>
      <dgm:spPr/>
    </dgm:pt>
    <dgm:pt modelId="{620C5D5C-A9BD-4607-A202-9C2690ECC83D}" type="pres">
      <dgm:prSet presAssocID="{991DD7BB-FD91-49EE-AAF5-140AB35E43F7}" presName="Name30" presStyleCnt="0"/>
      <dgm:spPr/>
    </dgm:pt>
    <dgm:pt modelId="{54EB5938-4E22-436F-BD0A-086E5ECC6844}" type="pres">
      <dgm:prSet presAssocID="{991DD7BB-FD91-49EE-AAF5-140AB35E43F7}" presName="level2Shape" presStyleLbl="node3" presStyleIdx="3" presStyleCnt="4" custScaleX="78027" custScaleY="68054" custLinFactNeighborX="2916" custLinFactNeighborY="52038"/>
      <dgm:spPr/>
    </dgm:pt>
    <dgm:pt modelId="{2BEF19F0-C9E4-4688-BEB1-7ADECDA3C21E}" type="pres">
      <dgm:prSet presAssocID="{991DD7BB-FD91-49EE-AAF5-140AB35E43F7}" presName="hierChild3" presStyleCnt="0"/>
      <dgm:spPr/>
    </dgm:pt>
    <dgm:pt modelId="{FADCCE50-016A-4026-9762-F6D5953A6F5C}" type="pres">
      <dgm:prSet presAssocID="{9EFAFD96-3601-4F17-BB82-DBBBA6C512D5}" presName="bgShapesFlow" presStyleCnt="0"/>
      <dgm:spPr/>
    </dgm:pt>
  </dgm:ptLst>
  <dgm:cxnLst>
    <dgm:cxn modelId="{EB889005-384A-468F-A438-BCA4BE21A4EE}" srcId="{6FD54DCC-0420-4B69-949E-C600DAC3EA80}" destId="{1A94D251-C1DF-49B7-B803-397CC4E374C8}" srcOrd="0" destOrd="0" parTransId="{83470605-D50B-47C5-85E0-6C97CC1DEF2D}" sibTransId="{4B83F8D2-E6F1-4C2F-B422-0FF1AFE48807}"/>
    <dgm:cxn modelId="{DA40CF14-9AC3-4D38-9917-4D813C6B7E78}" type="presOf" srcId="{6FD54DCC-0420-4B69-949E-C600DAC3EA80}" destId="{7521F1BB-48DD-408F-BE0A-667587F71191}" srcOrd="0" destOrd="0" presId="urn:microsoft.com/office/officeart/2005/8/layout/hierarchy5"/>
    <dgm:cxn modelId="{709AAB17-0B04-414B-BBEB-9D2143AED53C}" type="presOf" srcId="{48F43ED3-A177-4096-B556-EB782F87985E}" destId="{06365586-90B3-4BB0-80F1-07D8E4B1A59E}" srcOrd="0" destOrd="0" presId="urn:microsoft.com/office/officeart/2005/8/layout/hierarchy5"/>
    <dgm:cxn modelId="{6AD0832E-D0E5-4DFA-A2C1-539A1049A92A}" srcId="{6FD54DCC-0420-4B69-949E-C600DAC3EA80}" destId="{D6D663EA-8C9E-4A6C-8696-EA6202B67EB8}" srcOrd="1" destOrd="0" parTransId="{C618F4B1-D56C-40B0-A9BB-A1AC22AA90C0}" sibTransId="{350208D2-B2AB-46F5-A396-E4E2016A900E}"/>
    <dgm:cxn modelId="{06C05031-CC2B-43C8-8D83-6BE882BBEE11}" srcId="{0C87090F-02B0-44D5-BD4B-E5AE0D1FA7F1}" destId="{A97D053E-A973-4364-B69E-A280008FFC90}" srcOrd="0" destOrd="0" parTransId="{0269C22A-A20B-4CCC-917A-8B311E437315}" sibTransId="{243C102C-DAA2-4245-A1D1-9E6A71F7AB05}"/>
    <dgm:cxn modelId="{2B80D23B-5A2B-4D63-AF88-2D04D8D865AC}" srcId="{0C87090F-02B0-44D5-BD4B-E5AE0D1FA7F1}" destId="{991DD7BB-FD91-49EE-AAF5-140AB35E43F7}" srcOrd="1" destOrd="0" parTransId="{E3D22BD8-B8F5-4AEB-A8DD-53D6A1A29BAD}" sibTransId="{8C5DE38B-5BD6-4776-8A20-AEE9D7B23E51}"/>
    <dgm:cxn modelId="{9D31755D-8122-472D-8208-B88C1CC87FCD}" type="presOf" srcId="{83470605-D50B-47C5-85E0-6C97CC1DEF2D}" destId="{983DA2A2-82AC-410B-BF0F-8B6908A4E9E9}" srcOrd="0" destOrd="0" presId="urn:microsoft.com/office/officeart/2005/8/layout/hierarchy5"/>
    <dgm:cxn modelId="{6F79F242-EBFC-4695-B48D-2276D51EBDEE}" type="presOf" srcId="{6F5CF077-1342-46A1-93F1-68D7723F3F8C}" destId="{8B18BD45-F21B-4D9A-BA58-69BF1522C739}" srcOrd="0" destOrd="0" presId="urn:microsoft.com/office/officeart/2005/8/layout/hierarchy5"/>
    <dgm:cxn modelId="{FCCB0344-B6D2-49CF-AEFD-F2F609241EC8}" type="presOf" srcId="{9EFAFD96-3601-4F17-BB82-DBBBA6C512D5}" destId="{B11DB4CC-8FB9-4160-A565-439CAD0C0A5A}" srcOrd="0" destOrd="0" presId="urn:microsoft.com/office/officeart/2005/8/layout/hierarchy5"/>
    <dgm:cxn modelId="{3C5C3771-3AF3-416E-9450-4E1CB031411F}" type="presOf" srcId="{0269C22A-A20B-4CCC-917A-8B311E437315}" destId="{301C5D41-BD51-495C-BB7F-1E091354CE8B}" srcOrd="1" destOrd="0" presId="urn:microsoft.com/office/officeart/2005/8/layout/hierarchy5"/>
    <dgm:cxn modelId="{2B2A1856-4E7B-4696-ABC0-6C8C1A343B77}" type="presOf" srcId="{A97D053E-A973-4364-B69E-A280008FFC90}" destId="{DB1E16E2-90E4-4D66-8122-90CA54729BF1}" srcOrd="0" destOrd="0" presId="urn:microsoft.com/office/officeart/2005/8/layout/hierarchy5"/>
    <dgm:cxn modelId="{1E8AC477-5F57-40C0-8036-8FF9A437D710}" type="presOf" srcId="{19599602-9E94-449B-AE02-46C30491E28C}" destId="{CD8A2109-F428-4F7D-945C-E6903B683C96}" srcOrd="0" destOrd="0" presId="urn:microsoft.com/office/officeart/2005/8/layout/hierarchy5"/>
    <dgm:cxn modelId="{A3FF435A-AE79-4B87-B50E-9BB9827FE75F}" type="presOf" srcId="{6F5CF077-1342-46A1-93F1-68D7723F3F8C}" destId="{8C3D3E8D-9C9A-4300-AA42-E2CF280FF68C}" srcOrd="1" destOrd="0" presId="urn:microsoft.com/office/officeart/2005/8/layout/hierarchy5"/>
    <dgm:cxn modelId="{E49E0686-D87E-4CE8-9743-FF701130D0FB}" type="presOf" srcId="{C618F4B1-D56C-40B0-A9BB-A1AC22AA90C0}" destId="{B8AE081C-6544-4AFD-8579-2AD580F8A74F}" srcOrd="1" destOrd="0" presId="urn:microsoft.com/office/officeart/2005/8/layout/hierarchy5"/>
    <dgm:cxn modelId="{30E0B992-157A-405B-8572-770CFD4D21A1}" srcId="{19599602-9E94-449B-AE02-46C30491E28C}" destId="{0C87090F-02B0-44D5-BD4B-E5AE0D1FA7F1}" srcOrd="1" destOrd="0" parTransId="{48F43ED3-A177-4096-B556-EB782F87985E}" sibTransId="{24E0BA02-AFC8-4BBC-85FF-8CECFE2FDD5C}"/>
    <dgm:cxn modelId="{E891C796-AE84-4825-BBF5-E30F4D3AA1C7}" type="presOf" srcId="{83470605-D50B-47C5-85E0-6C97CC1DEF2D}" destId="{7122F25F-7B87-480B-9F2A-A68BCB23E710}" srcOrd="1" destOrd="0" presId="urn:microsoft.com/office/officeart/2005/8/layout/hierarchy5"/>
    <dgm:cxn modelId="{F881BE9D-341F-4AD9-AFBC-1B97236A9208}" type="presOf" srcId="{C618F4B1-D56C-40B0-A9BB-A1AC22AA90C0}" destId="{7CFC7FB8-813F-44B3-A62E-4B8BD52B8E94}" srcOrd="0" destOrd="0" presId="urn:microsoft.com/office/officeart/2005/8/layout/hierarchy5"/>
    <dgm:cxn modelId="{7A02F5AF-F9F5-4778-A66E-DE024A3A34D9}" srcId="{9EFAFD96-3601-4F17-BB82-DBBBA6C512D5}" destId="{19599602-9E94-449B-AE02-46C30491E28C}" srcOrd="0" destOrd="0" parTransId="{FF371F54-3EAD-4229-B33D-30FA8E522AE4}" sibTransId="{2A88706E-F8B3-4E84-B216-AB828E178267}"/>
    <dgm:cxn modelId="{6519A2B1-BCC4-4794-95FB-44D4EF4D2083}" type="presOf" srcId="{0C87090F-02B0-44D5-BD4B-E5AE0D1FA7F1}" destId="{75C560BF-5E17-480E-A76D-AB4B3C642540}" srcOrd="0" destOrd="0" presId="urn:microsoft.com/office/officeart/2005/8/layout/hierarchy5"/>
    <dgm:cxn modelId="{90F7B0B2-3E13-4C5A-BD69-87A5DDE324B7}" type="presOf" srcId="{E3D22BD8-B8F5-4AEB-A8DD-53D6A1A29BAD}" destId="{1C070834-37E3-4F94-9EE4-B35CFF3F9D97}" srcOrd="0" destOrd="0" presId="urn:microsoft.com/office/officeart/2005/8/layout/hierarchy5"/>
    <dgm:cxn modelId="{613C0CC0-3AE0-4928-AB77-DE432BFEC13C}" type="presOf" srcId="{48F43ED3-A177-4096-B556-EB782F87985E}" destId="{03044018-8FB0-4FDD-AFD4-F6520F8FEC58}" srcOrd="1" destOrd="0" presId="urn:microsoft.com/office/officeart/2005/8/layout/hierarchy5"/>
    <dgm:cxn modelId="{6ADAE1C4-500D-4A6E-A5B7-A41748461D9D}" type="presOf" srcId="{1A94D251-C1DF-49B7-B803-397CC4E374C8}" destId="{D50E8B60-6966-42FB-B73C-D72001A5FC79}" srcOrd="0" destOrd="0" presId="urn:microsoft.com/office/officeart/2005/8/layout/hierarchy5"/>
    <dgm:cxn modelId="{5C09B9D9-F433-4D4E-9B66-D5266AA55A74}" type="presOf" srcId="{0269C22A-A20B-4CCC-917A-8B311E437315}" destId="{B2B107D5-11FB-41BA-A20C-4FE2CBAE2DD2}" srcOrd="0" destOrd="0" presId="urn:microsoft.com/office/officeart/2005/8/layout/hierarchy5"/>
    <dgm:cxn modelId="{5B1CCBDD-B144-4456-AE4D-726E0263CA7F}" type="presOf" srcId="{D6D663EA-8C9E-4A6C-8696-EA6202B67EB8}" destId="{491F8957-8121-4213-9A9A-393C24798F43}" srcOrd="0" destOrd="0" presId="urn:microsoft.com/office/officeart/2005/8/layout/hierarchy5"/>
    <dgm:cxn modelId="{5051B9E6-F0AF-4846-882C-67BF3D34DEEA}" type="presOf" srcId="{991DD7BB-FD91-49EE-AAF5-140AB35E43F7}" destId="{54EB5938-4E22-436F-BD0A-086E5ECC6844}" srcOrd="0" destOrd="0" presId="urn:microsoft.com/office/officeart/2005/8/layout/hierarchy5"/>
    <dgm:cxn modelId="{A9A39EE7-F441-4563-AFFD-666EC4C4FD54}" srcId="{19599602-9E94-449B-AE02-46C30491E28C}" destId="{6FD54DCC-0420-4B69-949E-C600DAC3EA80}" srcOrd="0" destOrd="0" parTransId="{6F5CF077-1342-46A1-93F1-68D7723F3F8C}" sibTransId="{CE57F18C-7754-4245-BB8D-0DDD9139AB8E}"/>
    <dgm:cxn modelId="{645C43E9-0B2E-4FC8-9824-E0A49CB59901}" type="presOf" srcId="{E3D22BD8-B8F5-4AEB-A8DD-53D6A1A29BAD}" destId="{F6774133-F0C8-40EE-9813-19AD5E87B240}" srcOrd="1" destOrd="0" presId="urn:microsoft.com/office/officeart/2005/8/layout/hierarchy5"/>
    <dgm:cxn modelId="{D7652C0D-B35F-45F0-B826-930B50A9F3D2}" type="presParOf" srcId="{B11DB4CC-8FB9-4160-A565-439CAD0C0A5A}" destId="{A2A2C4BC-955A-451B-ABC5-EE2250734788}" srcOrd="0" destOrd="0" presId="urn:microsoft.com/office/officeart/2005/8/layout/hierarchy5"/>
    <dgm:cxn modelId="{1EFE2BF7-64B6-41FD-95A6-07A2EE3707CB}" type="presParOf" srcId="{A2A2C4BC-955A-451B-ABC5-EE2250734788}" destId="{F4E70536-B606-41BC-B057-8420E96F9672}" srcOrd="0" destOrd="0" presId="urn:microsoft.com/office/officeart/2005/8/layout/hierarchy5"/>
    <dgm:cxn modelId="{A6755A67-1C5E-42C8-8C9C-2F89DB54F249}" type="presParOf" srcId="{F4E70536-B606-41BC-B057-8420E96F9672}" destId="{DDDB46ED-D201-43A4-9B95-D78CFBFC0A65}" srcOrd="0" destOrd="0" presId="urn:microsoft.com/office/officeart/2005/8/layout/hierarchy5"/>
    <dgm:cxn modelId="{0C5B6EED-B967-4C02-928E-CB019035AC25}" type="presParOf" srcId="{DDDB46ED-D201-43A4-9B95-D78CFBFC0A65}" destId="{CD8A2109-F428-4F7D-945C-E6903B683C96}" srcOrd="0" destOrd="0" presId="urn:microsoft.com/office/officeart/2005/8/layout/hierarchy5"/>
    <dgm:cxn modelId="{658057E4-C60D-44BD-8CDE-153B736091D5}" type="presParOf" srcId="{DDDB46ED-D201-43A4-9B95-D78CFBFC0A65}" destId="{A0ECDE11-AC37-4672-8973-25CA736BEF0D}" srcOrd="1" destOrd="0" presId="urn:microsoft.com/office/officeart/2005/8/layout/hierarchy5"/>
    <dgm:cxn modelId="{CBDB9B89-B8CD-461A-85F7-5A32FB4EAE70}" type="presParOf" srcId="{A0ECDE11-AC37-4672-8973-25CA736BEF0D}" destId="{8B18BD45-F21B-4D9A-BA58-69BF1522C739}" srcOrd="0" destOrd="0" presId="urn:microsoft.com/office/officeart/2005/8/layout/hierarchy5"/>
    <dgm:cxn modelId="{8E972475-8ADE-4983-9E5A-D0540690DB19}" type="presParOf" srcId="{8B18BD45-F21B-4D9A-BA58-69BF1522C739}" destId="{8C3D3E8D-9C9A-4300-AA42-E2CF280FF68C}" srcOrd="0" destOrd="0" presId="urn:microsoft.com/office/officeart/2005/8/layout/hierarchy5"/>
    <dgm:cxn modelId="{55AB3330-D25D-4B00-BCED-EC02466F92F2}" type="presParOf" srcId="{A0ECDE11-AC37-4672-8973-25CA736BEF0D}" destId="{3A51F7F6-A497-4AA6-BB37-278D8D83A0C6}" srcOrd="1" destOrd="0" presId="urn:microsoft.com/office/officeart/2005/8/layout/hierarchy5"/>
    <dgm:cxn modelId="{A69F2FB9-E28A-4510-8AF9-D6E5FD860281}" type="presParOf" srcId="{3A51F7F6-A497-4AA6-BB37-278D8D83A0C6}" destId="{7521F1BB-48DD-408F-BE0A-667587F71191}" srcOrd="0" destOrd="0" presId="urn:microsoft.com/office/officeart/2005/8/layout/hierarchy5"/>
    <dgm:cxn modelId="{EF5ED9ED-7C2A-43C4-9792-CC38EAB64AAE}" type="presParOf" srcId="{3A51F7F6-A497-4AA6-BB37-278D8D83A0C6}" destId="{79FADE18-0AF8-49F9-A926-0E037D7D6734}" srcOrd="1" destOrd="0" presId="urn:microsoft.com/office/officeart/2005/8/layout/hierarchy5"/>
    <dgm:cxn modelId="{3FEDE70A-1220-4567-9FDE-24378ACB8471}" type="presParOf" srcId="{79FADE18-0AF8-49F9-A926-0E037D7D6734}" destId="{983DA2A2-82AC-410B-BF0F-8B6908A4E9E9}" srcOrd="0" destOrd="0" presId="urn:microsoft.com/office/officeart/2005/8/layout/hierarchy5"/>
    <dgm:cxn modelId="{8F5E5544-A195-49FE-A6EB-61AD2EEB9460}" type="presParOf" srcId="{983DA2A2-82AC-410B-BF0F-8B6908A4E9E9}" destId="{7122F25F-7B87-480B-9F2A-A68BCB23E710}" srcOrd="0" destOrd="0" presId="urn:microsoft.com/office/officeart/2005/8/layout/hierarchy5"/>
    <dgm:cxn modelId="{431BF402-8D26-49AC-ABA9-D8BDC2084F45}" type="presParOf" srcId="{79FADE18-0AF8-49F9-A926-0E037D7D6734}" destId="{27B5483B-769D-4C4C-98C0-63B8993AC9AC}" srcOrd="1" destOrd="0" presId="urn:microsoft.com/office/officeart/2005/8/layout/hierarchy5"/>
    <dgm:cxn modelId="{7AA58F36-58CB-4E7D-9832-B1B25458B195}" type="presParOf" srcId="{27B5483B-769D-4C4C-98C0-63B8993AC9AC}" destId="{D50E8B60-6966-42FB-B73C-D72001A5FC79}" srcOrd="0" destOrd="0" presId="urn:microsoft.com/office/officeart/2005/8/layout/hierarchy5"/>
    <dgm:cxn modelId="{6923A8A1-FBF7-4185-9EF3-618A4757D72E}" type="presParOf" srcId="{27B5483B-769D-4C4C-98C0-63B8993AC9AC}" destId="{255351AC-DD67-4C18-AA88-CB3CF02BF6DA}" srcOrd="1" destOrd="0" presId="urn:microsoft.com/office/officeart/2005/8/layout/hierarchy5"/>
    <dgm:cxn modelId="{4C5E8F46-2563-420C-B965-F4EF54FBABFA}" type="presParOf" srcId="{79FADE18-0AF8-49F9-A926-0E037D7D6734}" destId="{7CFC7FB8-813F-44B3-A62E-4B8BD52B8E94}" srcOrd="2" destOrd="0" presId="urn:microsoft.com/office/officeart/2005/8/layout/hierarchy5"/>
    <dgm:cxn modelId="{77AF09AA-A845-4C30-BF82-E3C4F1403617}" type="presParOf" srcId="{7CFC7FB8-813F-44B3-A62E-4B8BD52B8E94}" destId="{B8AE081C-6544-4AFD-8579-2AD580F8A74F}" srcOrd="0" destOrd="0" presId="urn:microsoft.com/office/officeart/2005/8/layout/hierarchy5"/>
    <dgm:cxn modelId="{CAD017B9-45B9-45F0-AE03-E365051F2BC1}" type="presParOf" srcId="{79FADE18-0AF8-49F9-A926-0E037D7D6734}" destId="{8AD1EBA4-0C0C-4B19-A8FA-0EEFA416233D}" srcOrd="3" destOrd="0" presId="urn:microsoft.com/office/officeart/2005/8/layout/hierarchy5"/>
    <dgm:cxn modelId="{7A2433DC-355F-4363-9F61-ED6A66F751EC}" type="presParOf" srcId="{8AD1EBA4-0C0C-4B19-A8FA-0EEFA416233D}" destId="{491F8957-8121-4213-9A9A-393C24798F43}" srcOrd="0" destOrd="0" presId="urn:microsoft.com/office/officeart/2005/8/layout/hierarchy5"/>
    <dgm:cxn modelId="{E60D5B4F-27E7-404A-820C-BCEEA42CB94A}" type="presParOf" srcId="{8AD1EBA4-0C0C-4B19-A8FA-0EEFA416233D}" destId="{ED0DB2A9-17A6-4DD9-8471-62B7C5387D4A}" srcOrd="1" destOrd="0" presId="urn:microsoft.com/office/officeart/2005/8/layout/hierarchy5"/>
    <dgm:cxn modelId="{965E3E68-0033-44E1-A266-B32CDD53FEE3}" type="presParOf" srcId="{A0ECDE11-AC37-4672-8973-25CA736BEF0D}" destId="{06365586-90B3-4BB0-80F1-07D8E4B1A59E}" srcOrd="2" destOrd="0" presId="urn:microsoft.com/office/officeart/2005/8/layout/hierarchy5"/>
    <dgm:cxn modelId="{A2FB59BD-314A-4F46-B42A-780B04E980A6}" type="presParOf" srcId="{06365586-90B3-4BB0-80F1-07D8E4B1A59E}" destId="{03044018-8FB0-4FDD-AFD4-F6520F8FEC58}" srcOrd="0" destOrd="0" presId="urn:microsoft.com/office/officeart/2005/8/layout/hierarchy5"/>
    <dgm:cxn modelId="{68D59D19-E717-4405-A50A-8B07B2A2EEF8}" type="presParOf" srcId="{A0ECDE11-AC37-4672-8973-25CA736BEF0D}" destId="{C4BACEE8-949B-46F6-B56D-61B901F078E7}" srcOrd="3" destOrd="0" presId="urn:microsoft.com/office/officeart/2005/8/layout/hierarchy5"/>
    <dgm:cxn modelId="{2FF780F5-DD76-4EEC-B06A-B9B2126E43DC}" type="presParOf" srcId="{C4BACEE8-949B-46F6-B56D-61B901F078E7}" destId="{75C560BF-5E17-480E-A76D-AB4B3C642540}" srcOrd="0" destOrd="0" presId="urn:microsoft.com/office/officeart/2005/8/layout/hierarchy5"/>
    <dgm:cxn modelId="{D3CDCBBB-7338-482F-B457-6ACAA68500F2}" type="presParOf" srcId="{C4BACEE8-949B-46F6-B56D-61B901F078E7}" destId="{45606DF0-4AE9-443B-8D21-A41CFE000A0A}" srcOrd="1" destOrd="0" presId="urn:microsoft.com/office/officeart/2005/8/layout/hierarchy5"/>
    <dgm:cxn modelId="{C7863ACD-EB41-4188-9310-40B4BDECCB0E}" type="presParOf" srcId="{45606DF0-4AE9-443B-8D21-A41CFE000A0A}" destId="{B2B107D5-11FB-41BA-A20C-4FE2CBAE2DD2}" srcOrd="0" destOrd="0" presId="urn:microsoft.com/office/officeart/2005/8/layout/hierarchy5"/>
    <dgm:cxn modelId="{B0A84414-4BD7-48B0-8813-DDA99F2BADC2}" type="presParOf" srcId="{B2B107D5-11FB-41BA-A20C-4FE2CBAE2DD2}" destId="{301C5D41-BD51-495C-BB7F-1E091354CE8B}" srcOrd="0" destOrd="0" presId="urn:microsoft.com/office/officeart/2005/8/layout/hierarchy5"/>
    <dgm:cxn modelId="{7E966231-B6D7-44FC-B041-81E2EE90662C}" type="presParOf" srcId="{45606DF0-4AE9-443B-8D21-A41CFE000A0A}" destId="{6CBCA76A-9F09-4CA4-AB0A-179039D2CD01}" srcOrd="1" destOrd="0" presId="urn:microsoft.com/office/officeart/2005/8/layout/hierarchy5"/>
    <dgm:cxn modelId="{EABE6E91-4BF9-4599-AF21-BBBA56EA5871}" type="presParOf" srcId="{6CBCA76A-9F09-4CA4-AB0A-179039D2CD01}" destId="{DB1E16E2-90E4-4D66-8122-90CA54729BF1}" srcOrd="0" destOrd="0" presId="urn:microsoft.com/office/officeart/2005/8/layout/hierarchy5"/>
    <dgm:cxn modelId="{9D8D627F-D8E4-456E-83C1-C866FEB87403}" type="presParOf" srcId="{6CBCA76A-9F09-4CA4-AB0A-179039D2CD01}" destId="{97EDA5B3-1507-4F82-8F1B-A99B8123AE8B}" srcOrd="1" destOrd="0" presId="urn:microsoft.com/office/officeart/2005/8/layout/hierarchy5"/>
    <dgm:cxn modelId="{62D78515-9A6C-4CCB-84D4-9B6802D5CF40}" type="presParOf" srcId="{45606DF0-4AE9-443B-8D21-A41CFE000A0A}" destId="{1C070834-37E3-4F94-9EE4-B35CFF3F9D97}" srcOrd="2" destOrd="0" presId="urn:microsoft.com/office/officeart/2005/8/layout/hierarchy5"/>
    <dgm:cxn modelId="{0B16EDA5-103D-49F6-8222-B3C056D4B9DC}" type="presParOf" srcId="{1C070834-37E3-4F94-9EE4-B35CFF3F9D97}" destId="{F6774133-F0C8-40EE-9813-19AD5E87B240}" srcOrd="0" destOrd="0" presId="urn:microsoft.com/office/officeart/2005/8/layout/hierarchy5"/>
    <dgm:cxn modelId="{5FDC8ECC-A543-4A1B-8D30-5EA1DC58B374}" type="presParOf" srcId="{45606DF0-4AE9-443B-8D21-A41CFE000A0A}" destId="{620C5D5C-A9BD-4607-A202-9C2690ECC83D}" srcOrd="3" destOrd="0" presId="urn:microsoft.com/office/officeart/2005/8/layout/hierarchy5"/>
    <dgm:cxn modelId="{C0A41FE9-147B-4EBA-8F5E-45AF034BA4B9}" type="presParOf" srcId="{620C5D5C-A9BD-4607-A202-9C2690ECC83D}" destId="{54EB5938-4E22-436F-BD0A-086E5ECC6844}" srcOrd="0" destOrd="0" presId="urn:microsoft.com/office/officeart/2005/8/layout/hierarchy5"/>
    <dgm:cxn modelId="{04B50E41-9AA1-4EEF-B32B-951F4C7AC448}" type="presParOf" srcId="{620C5D5C-A9BD-4607-A202-9C2690ECC83D}" destId="{2BEF19F0-C9E4-4688-BEB1-7ADECDA3C21E}" srcOrd="1" destOrd="0" presId="urn:microsoft.com/office/officeart/2005/8/layout/hierarchy5"/>
    <dgm:cxn modelId="{B8FFCEA3-50D5-4D5D-B035-15DDBB8DDC79}" type="presParOf" srcId="{B11DB4CC-8FB9-4160-A565-439CAD0C0A5A}" destId="{FADCCE50-016A-4026-9762-F6D5953A6F5C}" srcOrd="1" destOrd="0" presId="urn:microsoft.com/office/officeart/2005/8/layout/hierarchy5"/>
  </dgm:cxnLst>
  <dgm:bg/>
  <dgm:whole>
    <a:ln w="57150"/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EFAFD96-3601-4F17-BB82-DBBBA6C512D5}" type="doc">
      <dgm:prSet loTypeId="urn:microsoft.com/office/officeart/2005/8/layout/hierarchy5" loCatId="hierarchy" qsTypeId="urn:microsoft.com/office/officeart/2005/8/quickstyle/simple4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19599602-9E94-449B-AE02-46C30491E28C}">
      <dgm:prSet phldrT="[Text]" custT="1"/>
      <dgm:spPr/>
      <dgm:t>
        <a:bodyPr/>
        <a:lstStyle/>
        <a:p>
          <a:r>
            <a:rPr lang="en-US" sz="2800" dirty="0">
              <a:solidFill>
                <a:schemeClr val="tx1"/>
              </a:solidFill>
            </a:rPr>
            <a:t>Ravi</a:t>
          </a:r>
        </a:p>
      </dgm:t>
    </dgm:pt>
    <dgm:pt modelId="{FF371F54-3EAD-4229-B33D-30FA8E522AE4}" type="parTrans" cxnId="{7A02F5AF-F9F5-4778-A66E-DE024A3A34D9}">
      <dgm:prSet/>
      <dgm:spPr/>
      <dgm:t>
        <a:bodyPr/>
        <a:lstStyle/>
        <a:p>
          <a:endParaRPr lang="en-US"/>
        </a:p>
      </dgm:t>
    </dgm:pt>
    <dgm:pt modelId="{2A88706E-F8B3-4E84-B216-AB828E178267}" type="sibTrans" cxnId="{7A02F5AF-F9F5-4778-A66E-DE024A3A34D9}">
      <dgm:prSet/>
      <dgm:spPr/>
      <dgm:t>
        <a:bodyPr/>
        <a:lstStyle/>
        <a:p>
          <a:endParaRPr lang="en-US"/>
        </a:p>
      </dgm:t>
    </dgm:pt>
    <dgm:pt modelId="{6FD54DCC-0420-4B69-949E-C600DAC3EA80}">
      <dgm:prSet phldrT="[Text]" custT="1"/>
      <dgm:spPr/>
      <dgm:t>
        <a:bodyPr/>
        <a:lstStyle/>
        <a:p>
          <a:r>
            <a:rPr lang="en-US" sz="2400" dirty="0">
              <a:solidFill>
                <a:schemeClr val="tx1"/>
              </a:solidFill>
            </a:rPr>
            <a:t>MLS</a:t>
          </a:r>
        </a:p>
      </dgm:t>
    </dgm:pt>
    <dgm:pt modelId="{6F5CF077-1342-46A1-93F1-68D7723F3F8C}" type="parTrans" cxnId="{A9A39EE7-F441-4563-AFFD-666EC4C4FD54}">
      <dgm:prSet/>
      <dgm:spPr/>
      <dgm:t>
        <a:bodyPr/>
        <a:lstStyle/>
        <a:p>
          <a:endParaRPr lang="en-US" dirty="0"/>
        </a:p>
      </dgm:t>
    </dgm:pt>
    <dgm:pt modelId="{CE57F18C-7754-4245-BB8D-0DDD9139AB8E}" type="sibTrans" cxnId="{A9A39EE7-F441-4563-AFFD-666EC4C4FD54}">
      <dgm:prSet/>
      <dgm:spPr/>
      <dgm:t>
        <a:bodyPr/>
        <a:lstStyle/>
        <a:p>
          <a:endParaRPr lang="en-US"/>
        </a:p>
      </dgm:t>
    </dgm:pt>
    <dgm:pt modelId="{1A94D251-C1DF-49B7-B803-397CC4E374C8}">
      <dgm:prSet phldrT="[Text]" custT="1"/>
      <dgm:spPr/>
      <dgm:t>
        <a:bodyPr/>
        <a:lstStyle/>
        <a:p>
          <a:r>
            <a:rPr lang="en-US" sz="1500" dirty="0">
              <a:solidFill>
                <a:schemeClr val="tx1"/>
              </a:solidFill>
            </a:rPr>
            <a:t>Rofina</a:t>
          </a:r>
        </a:p>
        <a:p>
          <a:r>
            <a:rPr lang="en-US" sz="1600" dirty="0"/>
            <a:t>Waco &amp; Corpus Christi</a:t>
          </a:r>
        </a:p>
      </dgm:t>
    </dgm:pt>
    <dgm:pt modelId="{83470605-D50B-47C5-85E0-6C97CC1DEF2D}" type="parTrans" cxnId="{EB889005-384A-468F-A438-BCA4BE21A4EE}">
      <dgm:prSet/>
      <dgm:spPr/>
      <dgm:t>
        <a:bodyPr/>
        <a:lstStyle/>
        <a:p>
          <a:endParaRPr lang="en-US" dirty="0"/>
        </a:p>
      </dgm:t>
    </dgm:pt>
    <dgm:pt modelId="{4B83F8D2-E6F1-4C2F-B422-0FF1AFE48807}" type="sibTrans" cxnId="{EB889005-384A-468F-A438-BCA4BE21A4EE}">
      <dgm:prSet/>
      <dgm:spPr/>
      <dgm:t>
        <a:bodyPr/>
        <a:lstStyle/>
        <a:p>
          <a:endParaRPr lang="en-US"/>
        </a:p>
      </dgm:t>
    </dgm:pt>
    <dgm:pt modelId="{0C87090F-02B0-44D5-BD4B-E5AE0D1FA7F1}">
      <dgm:prSet phldrT="[Text]" custT="1"/>
      <dgm:spPr/>
      <dgm:t>
        <a:bodyPr/>
        <a:lstStyle/>
        <a:p>
          <a:r>
            <a:rPr lang="en-US" sz="2400" dirty="0">
              <a:solidFill>
                <a:schemeClr val="tx1"/>
              </a:solidFill>
            </a:rPr>
            <a:t>HB</a:t>
          </a:r>
        </a:p>
      </dgm:t>
    </dgm:pt>
    <dgm:pt modelId="{48F43ED3-A177-4096-B556-EB782F87985E}" type="parTrans" cxnId="{30E0B992-157A-405B-8572-770CFD4D21A1}">
      <dgm:prSet/>
      <dgm:spPr/>
      <dgm:t>
        <a:bodyPr/>
        <a:lstStyle/>
        <a:p>
          <a:endParaRPr lang="en-US" dirty="0"/>
        </a:p>
      </dgm:t>
    </dgm:pt>
    <dgm:pt modelId="{24E0BA02-AFC8-4BBC-85FF-8CECFE2FDD5C}" type="sibTrans" cxnId="{30E0B992-157A-405B-8572-770CFD4D21A1}">
      <dgm:prSet/>
      <dgm:spPr/>
      <dgm:t>
        <a:bodyPr/>
        <a:lstStyle/>
        <a:p>
          <a:endParaRPr lang="en-US"/>
        </a:p>
      </dgm:t>
    </dgm:pt>
    <dgm:pt modelId="{A97D053E-A973-4364-B69E-A280008FFC90}">
      <dgm:prSet phldrT="[Text]" custT="1"/>
      <dgm:spPr/>
      <dgm:t>
        <a:bodyPr/>
        <a:lstStyle/>
        <a:p>
          <a:r>
            <a:rPr lang="en-US" sz="1500" dirty="0">
              <a:solidFill>
                <a:schemeClr val="tx1"/>
              </a:solidFill>
            </a:rPr>
            <a:t>Dinesh</a:t>
          </a:r>
        </a:p>
        <a:p>
          <a:r>
            <a:rPr lang="en-IN" sz="1600" dirty="0"/>
            <a:t>Aransas</a:t>
          </a:r>
          <a:r>
            <a:rPr lang="en-US" sz="1600" dirty="0"/>
            <a:t> &amp; Bexar </a:t>
          </a:r>
        </a:p>
      </dgm:t>
    </dgm:pt>
    <dgm:pt modelId="{0269C22A-A20B-4CCC-917A-8B311E437315}" type="parTrans" cxnId="{06C05031-CC2B-43C8-8D83-6BE882BBEE11}">
      <dgm:prSet/>
      <dgm:spPr/>
      <dgm:t>
        <a:bodyPr/>
        <a:lstStyle/>
        <a:p>
          <a:endParaRPr lang="en-US" dirty="0"/>
        </a:p>
      </dgm:t>
    </dgm:pt>
    <dgm:pt modelId="{243C102C-DAA2-4245-A1D1-9E6A71F7AB05}" type="sibTrans" cxnId="{06C05031-CC2B-43C8-8D83-6BE882BBEE11}">
      <dgm:prSet/>
      <dgm:spPr/>
      <dgm:t>
        <a:bodyPr/>
        <a:lstStyle/>
        <a:p>
          <a:endParaRPr lang="en-US"/>
        </a:p>
      </dgm:t>
    </dgm:pt>
    <dgm:pt modelId="{991DD7BB-FD91-49EE-AAF5-140AB35E43F7}">
      <dgm:prSet custT="1"/>
      <dgm:spPr/>
      <dgm:t>
        <a:bodyPr/>
        <a:lstStyle/>
        <a:p>
          <a:r>
            <a:rPr lang="en-IN" sz="1500" dirty="0">
              <a:solidFill>
                <a:schemeClr val="tx1"/>
              </a:solidFill>
            </a:rPr>
            <a:t>Princy</a:t>
          </a:r>
        </a:p>
        <a:p>
          <a:r>
            <a:rPr lang="en-IN" sz="1600" dirty="0"/>
            <a:t>     El Paso &amp; Webb	</a:t>
          </a:r>
          <a:endParaRPr lang="en-US" sz="1600" dirty="0"/>
        </a:p>
      </dgm:t>
    </dgm:pt>
    <dgm:pt modelId="{8C5DE38B-5BD6-4776-8A20-AEE9D7B23E51}" type="sibTrans" cxnId="{2B80D23B-5A2B-4D63-AF88-2D04D8D865AC}">
      <dgm:prSet/>
      <dgm:spPr/>
      <dgm:t>
        <a:bodyPr/>
        <a:lstStyle/>
        <a:p>
          <a:endParaRPr lang="en-US"/>
        </a:p>
      </dgm:t>
    </dgm:pt>
    <dgm:pt modelId="{E3D22BD8-B8F5-4AEB-A8DD-53D6A1A29BAD}" type="parTrans" cxnId="{2B80D23B-5A2B-4D63-AF88-2D04D8D865AC}">
      <dgm:prSet/>
      <dgm:spPr/>
      <dgm:t>
        <a:bodyPr/>
        <a:lstStyle/>
        <a:p>
          <a:endParaRPr lang="en-US" dirty="0"/>
        </a:p>
      </dgm:t>
    </dgm:pt>
    <dgm:pt modelId="{D6D663EA-8C9E-4A6C-8696-EA6202B67EB8}">
      <dgm:prSet phldrT="[Text]" custT="1"/>
      <dgm:spPr/>
      <dgm:t>
        <a:bodyPr/>
        <a:lstStyle/>
        <a:p>
          <a:r>
            <a:rPr lang="en-US" sz="1500" dirty="0">
              <a:solidFill>
                <a:schemeClr val="tx1"/>
              </a:solidFill>
            </a:rPr>
            <a:t>Manowa</a:t>
          </a:r>
        </a:p>
        <a:p>
          <a:r>
            <a:rPr lang="en-US" sz="1600" dirty="0"/>
            <a:t>IL State</a:t>
          </a:r>
        </a:p>
      </dgm:t>
    </dgm:pt>
    <dgm:pt modelId="{350208D2-B2AB-46F5-A396-E4E2016A900E}" type="sibTrans" cxnId="{6AD0832E-D0E5-4DFA-A2C1-539A1049A92A}">
      <dgm:prSet/>
      <dgm:spPr/>
      <dgm:t>
        <a:bodyPr/>
        <a:lstStyle/>
        <a:p>
          <a:endParaRPr lang="en-US"/>
        </a:p>
      </dgm:t>
    </dgm:pt>
    <dgm:pt modelId="{C618F4B1-D56C-40B0-A9BB-A1AC22AA90C0}" type="parTrans" cxnId="{6AD0832E-D0E5-4DFA-A2C1-539A1049A92A}">
      <dgm:prSet/>
      <dgm:spPr/>
      <dgm:t>
        <a:bodyPr/>
        <a:lstStyle/>
        <a:p>
          <a:endParaRPr lang="en-US" dirty="0"/>
        </a:p>
      </dgm:t>
    </dgm:pt>
    <dgm:pt modelId="{B11DB4CC-8FB9-4160-A565-439CAD0C0A5A}" type="pres">
      <dgm:prSet presAssocID="{9EFAFD96-3601-4F17-BB82-DBBBA6C512D5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A2A2C4BC-955A-451B-ABC5-EE2250734788}" type="pres">
      <dgm:prSet presAssocID="{9EFAFD96-3601-4F17-BB82-DBBBA6C512D5}" presName="hierFlow" presStyleCnt="0"/>
      <dgm:spPr/>
    </dgm:pt>
    <dgm:pt modelId="{F4E70536-B606-41BC-B057-8420E96F9672}" type="pres">
      <dgm:prSet presAssocID="{9EFAFD96-3601-4F17-BB82-DBBBA6C512D5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DDDB46ED-D201-43A4-9B95-D78CFBFC0A65}" type="pres">
      <dgm:prSet presAssocID="{19599602-9E94-449B-AE02-46C30491E28C}" presName="Name17" presStyleCnt="0"/>
      <dgm:spPr/>
    </dgm:pt>
    <dgm:pt modelId="{CD8A2109-F428-4F7D-945C-E6903B683C96}" type="pres">
      <dgm:prSet presAssocID="{19599602-9E94-449B-AE02-46C30491E28C}" presName="level1Shape" presStyleLbl="node0" presStyleIdx="0" presStyleCnt="1" custScaleX="54116" custScaleY="59860" custLinFactNeighborX="-15524" custLinFactNeighborY="-1466">
        <dgm:presLayoutVars>
          <dgm:chPref val="3"/>
        </dgm:presLayoutVars>
      </dgm:prSet>
      <dgm:spPr/>
    </dgm:pt>
    <dgm:pt modelId="{A0ECDE11-AC37-4672-8973-25CA736BEF0D}" type="pres">
      <dgm:prSet presAssocID="{19599602-9E94-449B-AE02-46C30491E28C}" presName="hierChild2" presStyleCnt="0"/>
      <dgm:spPr/>
    </dgm:pt>
    <dgm:pt modelId="{8B18BD45-F21B-4D9A-BA58-69BF1522C739}" type="pres">
      <dgm:prSet presAssocID="{6F5CF077-1342-46A1-93F1-68D7723F3F8C}" presName="Name25" presStyleLbl="parChTrans1D2" presStyleIdx="0" presStyleCnt="2"/>
      <dgm:spPr/>
    </dgm:pt>
    <dgm:pt modelId="{8C3D3E8D-9C9A-4300-AA42-E2CF280FF68C}" type="pres">
      <dgm:prSet presAssocID="{6F5CF077-1342-46A1-93F1-68D7723F3F8C}" presName="connTx" presStyleLbl="parChTrans1D2" presStyleIdx="0" presStyleCnt="2"/>
      <dgm:spPr/>
    </dgm:pt>
    <dgm:pt modelId="{3A51F7F6-A497-4AA6-BB37-278D8D83A0C6}" type="pres">
      <dgm:prSet presAssocID="{6FD54DCC-0420-4B69-949E-C600DAC3EA80}" presName="Name30" presStyleCnt="0"/>
      <dgm:spPr/>
    </dgm:pt>
    <dgm:pt modelId="{7521F1BB-48DD-408F-BE0A-667587F71191}" type="pres">
      <dgm:prSet presAssocID="{6FD54DCC-0420-4B69-949E-C600DAC3EA80}" presName="level2Shape" presStyleLbl="node2" presStyleIdx="0" presStyleCnt="2" custScaleX="42586" custScaleY="49567" custLinFactNeighborX="-12541" custLinFactNeighborY="583"/>
      <dgm:spPr/>
    </dgm:pt>
    <dgm:pt modelId="{79FADE18-0AF8-49F9-A926-0E037D7D6734}" type="pres">
      <dgm:prSet presAssocID="{6FD54DCC-0420-4B69-949E-C600DAC3EA80}" presName="hierChild3" presStyleCnt="0"/>
      <dgm:spPr/>
    </dgm:pt>
    <dgm:pt modelId="{983DA2A2-82AC-410B-BF0F-8B6908A4E9E9}" type="pres">
      <dgm:prSet presAssocID="{83470605-D50B-47C5-85E0-6C97CC1DEF2D}" presName="Name25" presStyleLbl="parChTrans1D3" presStyleIdx="0" presStyleCnt="4"/>
      <dgm:spPr/>
    </dgm:pt>
    <dgm:pt modelId="{7122F25F-7B87-480B-9F2A-A68BCB23E710}" type="pres">
      <dgm:prSet presAssocID="{83470605-D50B-47C5-85E0-6C97CC1DEF2D}" presName="connTx" presStyleLbl="parChTrans1D3" presStyleIdx="0" presStyleCnt="4"/>
      <dgm:spPr/>
    </dgm:pt>
    <dgm:pt modelId="{27B5483B-769D-4C4C-98C0-63B8993AC9AC}" type="pres">
      <dgm:prSet presAssocID="{1A94D251-C1DF-49B7-B803-397CC4E374C8}" presName="Name30" presStyleCnt="0"/>
      <dgm:spPr/>
    </dgm:pt>
    <dgm:pt modelId="{D50E8B60-6966-42FB-B73C-D72001A5FC79}" type="pres">
      <dgm:prSet presAssocID="{1A94D251-C1DF-49B7-B803-397CC4E374C8}" presName="level2Shape" presStyleLbl="node3" presStyleIdx="0" presStyleCnt="4" custScaleX="64794" custScaleY="26696" custLinFactNeighborX="-11585" custLinFactNeighborY="-64705"/>
      <dgm:spPr/>
    </dgm:pt>
    <dgm:pt modelId="{255351AC-DD67-4C18-AA88-CB3CF02BF6DA}" type="pres">
      <dgm:prSet presAssocID="{1A94D251-C1DF-49B7-B803-397CC4E374C8}" presName="hierChild3" presStyleCnt="0"/>
      <dgm:spPr/>
    </dgm:pt>
    <dgm:pt modelId="{7CFC7FB8-813F-44B3-A62E-4B8BD52B8E94}" type="pres">
      <dgm:prSet presAssocID="{C618F4B1-D56C-40B0-A9BB-A1AC22AA90C0}" presName="Name25" presStyleLbl="parChTrans1D3" presStyleIdx="1" presStyleCnt="4"/>
      <dgm:spPr/>
    </dgm:pt>
    <dgm:pt modelId="{B8AE081C-6544-4AFD-8579-2AD580F8A74F}" type="pres">
      <dgm:prSet presAssocID="{C618F4B1-D56C-40B0-A9BB-A1AC22AA90C0}" presName="connTx" presStyleLbl="parChTrans1D3" presStyleIdx="1" presStyleCnt="4"/>
      <dgm:spPr/>
    </dgm:pt>
    <dgm:pt modelId="{8AD1EBA4-0C0C-4B19-A8FA-0EEFA416233D}" type="pres">
      <dgm:prSet presAssocID="{D6D663EA-8C9E-4A6C-8696-EA6202B67EB8}" presName="Name30" presStyleCnt="0"/>
      <dgm:spPr/>
    </dgm:pt>
    <dgm:pt modelId="{491F8957-8121-4213-9A9A-393C24798F43}" type="pres">
      <dgm:prSet presAssocID="{D6D663EA-8C9E-4A6C-8696-EA6202B67EB8}" presName="level2Shape" presStyleLbl="node3" presStyleIdx="1" presStyleCnt="4" custScaleX="65428" custScaleY="30799" custLinFactNeighborX="-10830" custLinFactNeighborY="-72170"/>
      <dgm:spPr/>
    </dgm:pt>
    <dgm:pt modelId="{ED0DB2A9-17A6-4DD9-8471-62B7C5387D4A}" type="pres">
      <dgm:prSet presAssocID="{D6D663EA-8C9E-4A6C-8696-EA6202B67EB8}" presName="hierChild3" presStyleCnt="0"/>
      <dgm:spPr/>
    </dgm:pt>
    <dgm:pt modelId="{06365586-90B3-4BB0-80F1-07D8E4B1A59E}" type="pres">
      <dgm:prSet presAssocID="{48F43ED3-A177-4096-B556-EB782F87985E}" presName="Name25" presStyleLbl="parChTrans1D2" presStyleIdx="1" presStyleCnt="2"/>
      <dgm:spPr/>
    </dgm:pt>
    <dgm:pt modelId="{03044018-8FB0-4FDD-AFD4-F6520F8FEC58}" type="pres">
      <dgm:prSet presAssocID="{48F43ED3-A177-4096-B556-EB782F87985E}" presName="connTx" presStyleLbl="parChTrans1D2" presStyleIdx="1" presStyleCnt="2"/>
      <dgm:spPr/>
    </dgm:pt>
    <dgm:pt modelId="{C4BACEE8-949B-46F6-B56D-61B901F078E7}" type="pres">
      <dgm:prSet presAssocID="{0C87090F-02B0-44D5-BD4B-E5AE0D1FA7F1}" presName="Name30" presStyleCnt="0"/>
      <dgm:spPr/>
    </dgm:pt>
    <dgm:pt modelId="{75C560BF-5E17-480E-A76D-AB4B3C642540}" type="pres">
      <dgm:prSet presAssocID="{0C87090F-02B0-44D5-BD4B-E5AE0D1FA7F1}" presName="level2Shape" presStyleLbl="node2" presStyleIdx="1" presStyleCnt="2" custScaleX="41313" custScaleY="55743" custLinFactNeighborX="-12541"/>
      <dgm:spPr/>
    </dgm:pt>
    <dgm:pt modelId="{45606DF0-4AE9-443B-8D21-A41CFE000A0A}" type="pres">
      <dgm:prSet presAssocID="{0C87090F-02B0-44D5-BD4B-E5AE0D1FA7F1}" presName="hierChild3" presStyleCnt="0"/>
      <dgm:spPr/>
    </dgm:pt>
    <dgm:pt modelId="{B2B107D5-11FB-41BA-A20C-4FE2CBAE2DD2}" type="pres">
      <dgm:prSet presAssocID="{0269C22A-A20B-4CCC-917A-8B311E437315}" presName="Name25" presStyleLbl="parChTrans1D3" presStyleIdx="2" presStyleCnt="4"/>
      <dgm:spPr/>
    </dgm:pt>
    <dgm:pt modelId="{301C5D41-BD51-495C-BB7F-1E091354CE8B}" type="pres">
      <dgm:prSet presAssocID="{0269C22A-A20B-4CCC-917A-8B311E437315}" presName="connTx" presStyleLbl="parChTrans1D3" presStyleIdx="2" presStyleCnt="4"/>
      <dgm:spPr/>
    </dgm:pt>
    <dgm:pt modelId="{6CBCA76A-9F09-4CA4-AB0A-179039D2CD01}" type="pres">
      <dgm:prSet presAssocID="{A97D053E-A973-4364-B69E-A280008FFC90}" presName="Name30" presStyleCnt="0"/>
      <dgm:spPr/>
    </dgm:pt>
    <dgm:pt modelId="{DB1E16E2-90E4-4D66-8122-90CA54729BF1}" type="pres">
      <dgm:prSet presAssocID="{A97D053E-A973-4364-B69E-A280008FFC90}" presName="level2Shape" presStyleLbl="node3" presStyleIdx="2" presStyleCnt="4" custScaleX="64430" custScaleY="37197" custLinFactNeighborX="-8804" custLinFactNeighborY="-36132"/>
      <dgm:spPr/>
    </dgm:pt>
    <dgm:pt modelId="{97EDA5B3-1507-4F82-8F1B-A99B8123AE8B}" type="pres">
      <dgm:prSet presAssocID="{A97D053E-A973-4364-B69E-A280008FFC90}" presName="hierChild3" presStyleCnt="0"/>
      <dgm:spPr/>
    </dgm:pt>
    <dgm:pt modelId="{1C070834-37E3-4F94-9EE4-B35CFF3F9D97}" type="pres">
      <dgm:prSet presAssocID="{E3D22BD8-B8F5-4AEB-A8DD-53D6A1A29BAD}" presName="Name25" presStyleLbl="parChTrans1D3" presStyleIdx="3" presStyleCnt="4"/>
      <dgm:spPr/>
    </dgm:pt>
    <dgm:pt modelId="{F6774133-F0C8-40EE-9813-19AD5E87B240}" type="pres">
      <dgm:prSet presAssocID="{E3D22BD8-B8F5-4AEB-A8DD-53D6A1A29BAD}" presName="connTx" presStyleLbl="parChTrans1D3" presStyleIdx="3" presStyleCnt="4"/>
      <dgm:spPr/>
    </dgm:pt>
    <dgm:pt modelId="{620C5D5C-A9BD-4607-A202-9C2690ECC83D}" type="pres">
      <dgm:prSet presAssocID="{991DD7BB-FD91-49EE-AAF5-140AB35E43F7}" presName="Name30" presStyleCnt="0"/>
      <dgm:spPr/>
    </dgm:pt>
    <dgm:pt modelId="{54EB5938-4E22-436F-BD0A-086E5ECC6844}" type="pres">
      <dgm:prSet presAssocID="{991DD7BB-FD91-49EE-AAF5-140AB35E43F7}" presName="level2Shape" presStyleLbl="node3" presStyleIdx="3" presStyleCnt="4" custScaleX="62841" custScaleY="34212" custLinFactNeighborX="-9338" custLinFactNeighborY="-33211"/>
      <dgm:spPr/>
    </dgm:pt>
    <dgm:pt modelId="{2BEF19F0-C9E4-4688-BEB1-7ADECDA3C21E}" type="pres">
      <dgm:prSet presAssocID="{991DD7BB-FD91-49EE-AAF5-140AB35E43F7}" presName="hierChild3" presStyleCnt="0"/>
      <dgm:spPr/>
    </dgm:pt>
    <dgm:pt modelId="{FADCCE50-016A-4026-9762-F6D5953A6F5C}" type="pres">
      <dgm:prSet presAssocID="{9EFAFD96-3601-4F17-BB82-DBBBA6C512D5}" presName="bgShapesFlow" presStyleCnt="0"/>
      <dgm:spPr/>
    </dgm:pt>
  </dgm:ptLst>
  <dgm:cxnLst>
    <dgm:cxn modelId="{EB889005-384A-468F-A438-BCA4BE21A4EE}" srcId="{6FD54DCC-0420-4B69-949E-C600DAC3EA80}" destId="{1A94D251-C1DF-49B7-B803-397CC4E374C8}" srcOrd="0" destOrd="0" parTransId="{83470605-D50B-47C5-85E0-6C97CC1DEF2D}" sibTransId="{4B83F8D2-E6F1-4C2F-B422-0FF1AFE48807}"/>
    <dgm:cxn modelId="{DA40CF14-9AC3-4D38-9917-4D813C6B7E78}" type="presOf" srcId="{6FD54DCC-0420-4B69-949E-C600DAC3EA80}" destId="{7521F1BB-48DD-408F-BE0A-667587F71191}" srcOrd="0" destOrd="0" presId="urn:microsoft.com/office/officeart/2005/8/layout/hierarchy5"/>
    <dgm:cxn modelId="{709AAB17-0B04-414B-BBEB-9D2143AED53C}" type="presOf" srcId="{48F43ED3-A177-4096-B556-EB782F87985E}" destId="{06365586-90B3-4BB0-80F1-07D8E4B1A59E}" srcOrd="0" destOrd="0" presId="urn:microsoft.com/office/officeart/2005/8/layout/hierarchy5"/>
    <dgm:cxn modelId="{6AD0832E-D0E5-4DFA-A2C1-539A1049A92A}" srcId="{6FD54DCC-0420-4B69-949E-C600DAC3EA80}" destId="{D6D663EA-8C9E-4A6C-8696-EA6202B67EB8}" srcOrd="1" destOrd="0" parTransId="{C618F4B1-D56C-40B0-A9BB-A1AC22AA90C0}" sibTransId="{350208D2-B2AB-46F5-A396-E4E2016A900E}"/>
    <dgm:cxn modelId="{06C05031-CC2B-43C8-8D83-6BE882BBEE11}" srcId="{0C87090F-02B0-44D5-BD4B-E5AE0D1FA7F1}" destId="{A97D053E-A973-4364-B69E-A280008FFC90}" srcOrd="0" destOrd="0" parTransId="{0269C22A-A20B-4CCC-917A-8B311E437315}" sibTransId="{243C102C-DAA2-4245-A1D1-9E6A71F7AB05}"/>
    <dgm:cxn modelId="{2B80D23B-5A2B-4D63-AF88-2D04D8D865AC}" srcId="{0C87090F-02B0-44D5-BD4B-E5AE0D1FA7F1}" destId="{991DD7BB-FD91-49EE-AAF5-140AB35E43F7}" srcOrd="1" destOrd="0" parTransId="{E3D22BD8-B8F5-4AEB-A8DD-53D6A1A29BAD}" sibTransId="{8C5DE38B-5BD6-4776-8A20-AEE9D7B23E51}"/>
    <dgm:cxn modelId="{9D31755D-8122-472D-8208-B88C1CC87FCD}" type="presOf" srcId="{83470605-D50B-47C5-85E0-6C97CC1DEF2D}" destId="{983DA2A2-82AC-410B-BF0F-8B6908A4E9E9}" srcOrd="0" destOrd="0" presId="urn:microsoft.com/office/officeart/2005/8/layout/hierarchy5"/>
    <dgm:cxn modelId="{6F79F242-EBFC-4695-B48D-2276D51EBDEE}" type="presOf" srcId="{6F5CF077-1342-46A1-93F1-68D7723F3F8C}" destId="{8B18BD45-F21B-4D9A-BA58-69BF1522C739}" srcOrd="0" destOrd="0" presId="urn:microsoft.com/office/officeart/2005/8/layout/hierarchy5"/>
    <dgm:cxn modelId="{FCCB0344-B6D2-49CF-AEFD-F2F609241EC8}" type="presOf" srcId="{9EFAFD96-3601-4F17-BB82-DBBBA6C512D5}" destId="{B11DB4CC-8FB9-4160-A565-439CAD0C0A5A}" srcOrd="0" destOrd="0" presId="urn:microsoft.com/office/officeart/2005/8/layout/hierarchy5"/>
    <dgm:cxn modelId="{3C5C3771-3AF3-416E-9450-4E1CB031411F}" type="presOf" srcId="{0269C22A-A20B-4CCC-917A-8B311E437315}" destId="{301C5D41-BD51-495C-BB7F-1E091354CE8B}" srcOrd="1" destOrd="0" presId="urn:microsoft.com/office/officeart/2005/8/layout/hierarchy5"/>
    <dgm:cxn modelId="{2B2A1856-4E7B-4696-ABC0-6C8C1A343B77}" type="presOf" srcId="{A97D053E-A973-4364-B69E-A280008FFC90}" destId="{DB1E16E2-90E4-4D66-8122-90CA54729BF1}" srcOrd="0" destOrd="0" presId="urn:microsoft.com/office/officeart/2005/8/layout/hierarchy5"/>
    <dgm:cxn modelId="{1E8AC477-5F57-40C0-8036-8FF9A437D710}" type="presOf" srcId="{19599602-9E94-449B-AE02-46C30491E28C}" destId="{CD8A2109-F428-4F7D-945C-E6903B683C96}" srcOrd="0" destOrd="0" presId="urn:microsoft.com/office/officeart/2005/8/layout/hierarchy5"/>
    <dgm:cxn modelId="{A3FF435A-AE79-4B87-B50E-9BB9827FE75F}" type="presOf" srcId="{6F5CF077-1342-46A1-93F1-68D7723F3F8C}" destId="{8C3D3E8D-9C9A-4300-AA42-E2CF280FF68C}" srcOrd="1" destOrd="0" presId="urn:microsoft.com/office/officeart/2005/8/layout/hierarchy5"/>
    <dgm:cxn modelId="{E49E0686-D87E-4CE8-9743-FF701130D0FB}" type="presOf" srcId="{C618F4B1-D56C-40B0-A9BB-A1AC22AA90C0}" destId="{B8AE081C-6544-4AFD-8579-2AD580F8A74F}" srcOrd="1" destOrd="0" presId="urn:microsoft.com/office/officeart/2005/8/layout/hierarchy5"/>
    <dgm:cxn modelId="{30E0B992-157A-405B-8572-770CFD4D21A1}" srcId="{19599602-9E94-449B-AE02-46C30491E28C}" destId="{0C87090F-02B0-44D5-BD4B-E5AE0D1FA7F1}" srcOrd="1" destOrd="0" parTransId="{48F43ED3-A177-4096-B556-EB782F87985E}" sibTransId="{24E0BA02-AFC8-4BBC-85FF-8CECFE2FDD5C}"/>
    <dgm:cxn modelId="{E891C796-AE84-4825-BBF5-E30F4D3AA1C7}" type="presOf" srcId="{83470605-D50B-47C5-85E0-6C97CC1DEF2D}" destId="{7122F25F-7B87-480B-9F2A-A68BCB23E710}" srcOrd="1" destOrd="0" presId="urn:microsoft.com/office/officeart/2005/8/layout/hierarchy5"/>
    <dgm:cxn modelId="{F881BE9D-341F-4AD9-AFBC-1B97236A9208}" type="presOf" srcId="{C618F4B1-D56C-40B0-A9BB-A1AC22AA90C0}" destId="{7CFC7FB8-813F-44B3-A62E-4B8BD52B8E94}" srcOrd="0" destOrd="0" presId="urn:microsoft.com/office/officeart/2005/8/layout/hierarchy5"/>
    <dgm:cxn modelId="{7A02F5AF-F9F5-4778-A66E-DE024A3A34D9}" srcId="{9EFAFD96-3601-4F17-BB82-DBBBA6C512D5}" destId="{19599602-9E94-449B-AE02-46C30491E28C}" srcOrd="0" destOrd="0" parTransId="{FF371F54-3EAD-4229-B33D-30FA8E522AE4}" sibTransId="{2A88706E-F8B3-4E84-B216-AB828E178267}"/>
    <dgm:cxn modelId="{6519A2B1-BCC4-4794-95FB-44D4EF4D2083}" type="presOf" srcId="{0C87090F-02B0-44D5-BD4B-E5AE0D1FA7F1}" destId="{75C560BF-5E17-480E-A76D-AB4B3C642540}" srcOrd="0" destOrd="0" presId="urn:microsoft.com/office/officeart/2005/8/layout/hierarchy5"/>
    <dgm:cxn modelId="{90F7B0B2-3E13-4C5A-BD69-87A5DDE324B7}" type="presOf" srcId="{E3D22BD8-B8F5-4AEB-A8DD-53D6A1A29BAD}" destId="{1C070834-37E3-4F94-9EE4-B35CFF3F9D97}" srcOrd="0" destOrd="0" presId="urn:microsoft.com/office/officeart/2005/8/layout/hierarchy5"/>
    <dgm:cxn modelId="{613C0CC0-3AE0-4928-AB77-DE432BFEC13C}" type="presOf" srcId="{48F43ED3-A177-4096-B556-EB782F87985E}" destId="{03044018-8FB0-4FDD-AFD4-F6520F8FEC58}" srcOrd="1" destOrd="0" presId="urn:microsoft.com/office/officeart/2005/8/layout/hierarchy5"/>
    <dgm:cxn modelId="{6ADAE1C4-500D-4A6E-A5B7-A41748461D9D}" type="presOf" srcId="{1A94D251-C1DF-49B7-B803-397CC4E374C8}" destId="{D50E8B60-6966-42FB-B73C-D72001A5FC79}" srcOrd="0" destOrd="0" presId="urn:microsoft.com/office/officeart/2005/8/layout/hierarchy5"/>
    <dgm:cxn modelId="{5C09B9D9-F433-4D4E-9B66-D5266AA55A74}" type="presOf" srcId="{0269C22A-A20B-4CCC-917A-8B311E437315}" destId="{B2B107D5-11FB-41BA-A20C-4FE2CBAE2DD2}" srcOrd="0" destOrd="0" presId="urn:microsoft.com/office/officeart/2005/8/layout/hierarchy5"/>
    <dgm:cxn modelId="{5B1CCBDD-B144-4456-AE4D-726E0263CA7F}" type="presOf" srcId="{D6D663EA-8C9E-4A6C-8696-EA6202B67EB8}" destId="{491F8957-8121-4213-9A9A-393C24798F43}" srcOrd="0" destOrd="0" presId="urn:microsoft.com/office/officeart/2005/8/layout/hierarchy5"/>
    <dgm:cxn modelId="{5051B9E6-F0AF-4846-882C-67BF3D34DEEA}" type="presOf" srcId="{991DD7BB-FD91-49EE-AAF5-140AB35E43F7}" destId="{54EB5938-4E22-436F-BD0A-086E5ECC6844}" srcOrd="0" destOrd="0" presId="urn:microsoft.com/office/officeart/2005/8/layout/hierarchy5"/>
    <dgm:cxn modelId="{A9A39EE7-F441-4563-AFFD-666EC4C4FD54}" srcId="{19599602-9E94-449B-AE02-46C30491E28C}" destId="{6FD54DCC-0420-4B69-949E-C600DAC3EA80}" srcOrd="0" destOrd="0" parTransId="{6F5CF077-1342-46A1-93F1-68D7723F3F8C}" sibTransId="{CE57F18C-7754-4245-BB8D-0DDD9139AB8E}"/>
    <dgm:cxn modelId="{645C43E9-0B2E-4FC8-9824-E0A49CB59901}" type="presOf" srcId="{E3D22BD8-B8F5-4AEB-A8DD-53D6A1A29BAD}" destId="{F6774133-F0C8-40EE-9813-19AD5E87B240}" srcOrd="1" destOrd="0" presId="urn:microsoft.com/office/officeart/2005/8/layout/hierarchy5"/>
    <dgm:cxn modelId="{D7652C0D-B35F-45F0-B826-930B50A9F3D2}" type="presParOf" srcId="{B11DB4CC-8FB9-4160-A565-439CAD0C0A5A}" destId="{A2A2C4BC-955A-451B-ABC5-EE2250734788}" srcOrd="0" destOrd="0" presId="urn:microsoft.com/office/officeart/2005/8/layout/hierarchy5"/>
    <dgm:cxn modelId="{1EFE2BF7-64B6-41FD-95A6-07A2EE3707CB}" type="presParOf" srcId="{A2A2C4BC-955A-451B-ABC5-EE2250734788}" destId="{F4E70536-B606-41BC-B057-8420E96F9672}" srcOrd="0" destOrd="0" presId="urn:microsoft.com/office/officeart/2005/8/layout/hierarchy5"/>
    <dgm:cxn modelId="{A6755A67-1C5E-42C8-8C9C-2F89DB54F249}" type="presParOf" srcId="{F4E70536-B606-41BC-B057-8420E96F9672}" destId="{DDDB46ED-D201-43A4-9B95-D78CFBFC0A65}" srcOrd="0" destOrd="0" presId="urn:microsoft.com/office/officeart/2005/8/layout/hierarchy5"/>
    <dgm:cxn modelId="{0C5B6EED-B967-4C02-928E-CB019035AC25}" type="presParOf" srcId="{DDDB46ED-D201-43A4-9B95-D78CFBFC0A65}" destId="{CD8A2109-F428-4F7D-945C-E6903B683C96}" srcOrd="0" destOrd="0" presId="urn:microsoft.com/office/officeart/2005/8/layout/hierarchy5"/>
    <dgm:cxn modelId="{658057E4-C60D-44BD-8CDE-153B736091D5}" type="presParOf" srcId="{DDDB46ED-D201-43A4-9B95-D78CFBFC0A65}" destId="{A0ECDE11-AC37-4672-8973-25CA736BEF0D}" srcOrd="1" destOrd="0" presId="urn:microsoft.com/office/officeart/2005/8/layout/hierarchy5"/>
    <dgm:cxn modelId="{CBDB9B89-B8CD-461A-85F7-5A32FB4EAE70}" type="presParOf" srcId="{A0ECDE11-AC37-4672-8973-25CA736BEF0D}" destId="{8B18BD45-F21B-4D9A-BA58-69BF1522C739}" srcOrd="0" destOrd="0" presId="urn:microsoft.com/office/officeart/2005/8/layout/hierarchy5"/>
    <dgm:cxn modelId="{8E972475-8ADE-4983-9E5A-D0540690DB19}" type="presParOf" srcId="{8B18BD45-F21B-4D9A-BA58-69BF1522C739}" destId="{8C3D3E8D-9C9A-4300-AA42-E2CF280FF68C}" srcOrd="0" destOrd="0" presId="urn:microsoft.com/office/officeart/2005/8/layout/hierarchy5"/>
    <dgm:cxn modelId="{55AB3330-D25D-4B00-BCED-EC02466F92F2}" type="presParOf" srcId="{A0ECDE11-AC37-4672-8973-25CA736BEF0D}" destId="{3A51F7F6-A497-4AA6-BB37-278D8D83A0C6}" srcOrd="1" destOrd="0" presId="urn:microsoft.com/office/officeart/2005/8/layout/hierarchy5"/>
    <dgm:cxn modelId="{A69F2FB9-E28A-4510-8AF9-D6E5FD860281}" type="presParOf" srcId="{3A51F7F6-A497-4AA6-BB37-278D8D83A0C6}" destId="{7521F1BB-48DD-408F-BE0A-667587F71191}" srcOrd="0" destOrd="0" presId="urn:microsoft.com/office/officeart/2005/8/layout/hierarchy5"/>
    <dgm:cxn modelId="{EF5ED9ED-7C2A-43C4-9792-CC38EAB64AAE}" type="presParOf" srcId="{3A51F7F6-A497-4AA6-BB37-278D8D83A0C6}" destId="{79FADE18-0AF8-49F9-A926-0E037D7D6734}" srcOrd="1" destOrd="0" presId="urn:microsoft.com/office/officeart/2005/8/layout/hierarchy5"/>
    <dgm:cxn modelId="{3FEDE70A-1220-4567-9FDE-24378ACB8471}" type="presParOf" srcId="{79FADE18-0AF8-49F9-A926-0E037D7D6734}" destId="{983DA2A2-82AC-410B-BF0F-8B6908A4E9E9}" srcOrd="0" destOrd="0" presId="urn:microsoft.com/office/officeart/2005/8/layout/hierarchy5"/>
    <dgm:cxn modelId="{8F5E5544-A195-49FE-A6EB-61AD2EEB9460}" type="presParOf" srcId="{983DA2A2-82AC-410B-BF0F-8B6908A4E9E9}" destId="{7122F25F-7B87-480B-9F2A-A68BCB23E710}" srcOrd="0" destOrd="0" presId="urn:microsoft.com/office/officeart/2005/8/layout/hierarchy5"/>
    <dgm:cxn modelId="{431BF402-8D26-49AC-ABA9-D8BDC2084F45}" type="presParOf" srcId="{79FADE18-0AF8-49F9-A926-0E037D7D6734}" destId="{27B5483B-769D-4C4C-98C0-63B8993AC9AC}" srcOrd="1" destOrd="0" presId="urn:microsoft.com/office/officeart/2005/8/layout/hierarchy5"/>
    <dgm:cxn modelId="{7AA58F36-58CB-4E7D-9832-B1B25458B195}" type="presParOf" srcId="{27B5483B-769D-4C4C-98C0-63B8993AC9AC}" destId="{D50E8B60-6966-42FB-B73C-D72001A5FC79}" srcOrd="0" destOrd="0" presId="urn:microsoft.com/office/officeart/2005/8/layout/hierarchy5"/>
    <dgm:cxn modelId="{6923A8A1-FBF7-4185-9EF3-618A4757D72E}" type="presParOf" srcId="{27B5483B-769D-4C4C-98C0-63B8993AC9AC}" destId="{255351AC-DD67-4C18-AA88-CB3CF02BF6DA}" srcOrd="1" destOrd="0" presId="urn:microsoft.com/office/officeart/2005/8/layout/hierarchy5"/>
    <dgm:cxn modelId="{4C5E8F46-2563-420C-B965-F4EF54FBABFA}" type="presParOf" srcId="{79FADE18-0AF8-49F9-A926-0E037D7D6734}" destId="{7CFC7FB8-813F-44B3-A62E-4B8BD52B8E94}" srcOrd="2" destOrd="0" presId="urn:microsoft.com/office/officeart/2005/8/layout/hierarchy5"/>
    <dgm:cxn modelId="{77AF09AA-A845-4C30-BF82-E3C4F1403617}" type="presParOf" srcId="{7CFC7FB8-813F-44B3-A62E-4B8BD52B8E94}" destId="{B8AE081C-6544-4AFD-8579-2AD580F8A74F}" srcOrd="0" destOrd="0" presId="urn:microsoft.com/office/officeart/2005/8/layout/hierarchy5"/>
    <dgm:cxn modelId="{CAD017B9-45B9-45F0-AE03-E365051F2BC1}" type="presParOf" srcId="{79FADE18-0AF8-49F9-A926-0E037D7D6734}" destId="{8AD1EBA4-0C0C-4B19-A8FA-0EEFA416233D}" srcOrd="3" destOrd="0" presId="urn:microsoft.com/office/officeart/2005/8/layout/hierarchy5"/>
    <dgm:cxn modelId="{7A2433DC-355F-4363-9F61-ED6A66F751EC}" type="presParOf" srcId="{8AD1EBA4-0C0C-4B19-A8FA-0EEFA416233D}" destId="{491F8957-8121-4213-9A9A-393C24798F43}" srcOrd="0" destOrd="0" presId="urn:microsoft.com/office/officeart/2005/8/layout/hierarchy5"/>
    <dgm:cxn modelId="{E60D5B4F-27E7-404A-820C-BCEEA42CB94A}" type="presParOf" srcId="{8AD1EBA4-0C0C-4B19-A8FA-0EEFA416233D}" destId="{ED0DB2A9-17A6-4DD9-8471-62B7C5387D4A}" srcOrd="1" destOrd="0" presId="urn:microsoft.com/office/officeart/2005/8/layout/hierarchy5"/>
    <dgm:cxn modelId="{965E3E68-0033-44E1-A266-B32CDD53FEE3}" type="presParOf" srcId="{A0ECDE11-AC37-4672-8973-25CA736BEF0D}" destId="{06365586-90B3-4BB0-80F1-07D8E4B1A59E}" srcOrd="2" destOrd="0" presId="urn:microsoft.com/office/officeart/2005/8/layout/hierarchy5"/>
    <dgm:cxn modelId="{A2FB59BD-314A-4F46-B42A-780B04E980A6}" type="presParOf" srcId="{06365586-90B3-4BB0-80F1-07D8E4B1A59E}" destId="{03044018-8FB0-4FDD-AFD4-F6520F8FEC58}" srcOrd="0" destOrd="0" presId="urn:microsoft.com/office/officeart/2005/8/layout/hierarchy5"/>
    <dgm:cxn modelId="{68D59D19-E717-4405-A50A-8B07B2A2EEF8}" type="presParOf" srcId="{A0ECDE11-AC37-4672-8973-25CA736BEF0D}" destId="{C4BACEE8-949B-46F6-B56D-61B901F078E7}" srcOrd="3" destOrd="0" presId="urn:microsoft.com/office/officeart/2005/8/layout/hierarchy5"/>
    <dgm:cxn modelId="{2FF780F5-DD76-4EEC-B06A-B9B2126E43DC}" type="presParOf" srcId="{C4BACEE8-949B-46F6-B56D-61B901F078E7}" destId="{75C560BF-5E17-480E-A76D-AB4B3C642540}" srcOrd="0" destOrd="0" presId="urn:microsoft.com/office/officeart/2005/8/layout/hierarchy5"/>
    <dgm:cxn modelId="{D3CDCBBB-7338-482F-B457-6ACAA68500F2}" type="presParOf" srcId="{C4BACEE8-949B-46F6-B56D-61B901F078E7}" destId="{45606DF0-4AE9-443B-8D21-A41CFE000A0A}" srcOrd="1" destOrd="0" presId="urn:microsoft.com/office/officeart/2005/8/layout/hierarchy5"/>
    <dgm:cxn modelId="{C7863ACD-EB41-4188-9310-40B4BDECCB0E}" type="presParOf" srcId="{45606DF0-4AE9-443B-8D21-A41CFE000A0A}" destId="{B2B107D5-11FB-41BA-A20C-4FE2CBAE2DD2}" srcOrd="0" destOrd="0" presId="urn:microsoft.com/office/officeart/2005/8/layout/hierarchy5"/>
    <dgm:cxn modelId="{B0A84414-4BD7-48B0-8813-DDA99F2BADC2}" type="presParOf" srcId="{B2B107D5-11FB-41BA-A20C-4FE2CBAE2DD2}" destId="{301C5D41-BD51-495C-BB7F-1E091354CE8B}" srcOrd="0" destOrd="0" presId="urn:microsoft.com/office/officeart/2005/8/layout/hierarchy5"/>
    <dgm:cxn modelId="{7E966231-B6D7-44FC-B041-81E2EE90662C}" type="presParOf" srcId="{45606DF0-4AE9-443B-8D21-A41CFE000A0A}" destId="{6CBCA76A-9F09-4CA4-AB0A-179039D2CD01}" srcOrd="1" destOrd="0" presId="urn:microsoft.com/office/officeart/2005/8/layout/hierarchy5"/>
    <dgm:cxn modelId="{EABE6E91-4BF9-4599-AF21-BBBA56EA5871}" type="presParOf" srcId="{6CBCA76A-9F09-4CA4-AB0A-179039D2CD01}" destId="{DB1E16E2-90E4-4D66-8122-90CA54729BF1}" srcOrd="0" destOrd="0" presId="urn:microsoft.com/office/officeart/2005/8/layout/hierarchy5"/>
    <dgm:cxn modelId="{9D8D627F-D8E4-456E-83C1-C866FEB87403}" type="presParOf" srcId="{6CBCA76A-9F09-4CA4-AB0A-179039D2CD01}" destId="{97EDA5B3-1507-4F82-8F1B-A99B8123AE8B}" srcOrd="1" destOrd="0" presId="urn:microsoft.com/office/officeart/2005/8/layout/hierarchy5"/>
    <dgm:cxn modelId="{62D78515-9A6C-4CCB-84D4-9B6802D5CF40}" type="presParOf" srcId="{45606DF0-4AE9-443B-8D21-A41CFE000A0A}" destId="{1C070834-37E3-4F94-9EE4-B35CFF3F9D97}" srcOrd="2" destOrd="0" presId="urn:microsoft.com/office/officeart/2005/8/layout/hierarchy5"/>
    <dgm:cxn modelId="{0B16EDA5-103D-49F6-8222-B3C056D4B9DC}" type="presParOf" srcId="{1C070834-37E3-4F94-9EE4-B35CFF3F9D97}" destId="{F6774133-F0C8-40EE-9813-19AD5E87B240}" srcOrd="0" destOrd="0" presId="urn:microsoft.com/office/officeart/2005/8/layout/hierarchy5"/>
    <dgm:cxn modelId="{5FDC8ECC-A543-4A1B-8D30-5EA1DC58B374}" type="presParOf" srcId="{45606DF0-4AE9-443B-8D21-A41CFE000A0A}" destId="{620C5D5C-A9BD-4607-A202-9C2690ECC83D}" srcOrd="3" destOrd="0" presId="urn:microsoft.com/office/officeart/2005/8/layout/hierarchy5"/>
    <dgm:cxn modelId="{C0A41FE9-147B-4EBA-8F5E-45AF034BA4B9}" type="presParOf" srcId="{620C5D5C-A9BD-4607-A202-9C2690ECC83D}" destId="{54EB5938-4E22-436F-BD0A-086E5ECC6844}" srcOrd="0" destOrd="0" presId="urn:microsoft.com/office/officeart/2005/8/layout/hierarchy5"/>
    <dgm:cxn modelId="{04B50E41-9AA1-4EEF-B32B-951F4C7AC448}" type="presParOf" srcId="{620C5D5C-A9BD-4607-A202-9C2690ECC83D}" destId="{2BEF19F0-C9E4-4688-BEB1-7ADECDA3C21E}" srcOrd="1" destOrd="0" presId="urn:microsoft.com/office/officeart/2005/8/layout/hierarchy5"/>
    <dgm:cxn modelId="{B8FFCEA3-50D5-4D5D-B035-15DDBB8DDC79}" type="presParOf" srcId="{B11DB4CC-8FB9-4160-A565-439CAD0C0A5A}" destId="{FADCCE50-016A-4026-9762-F6D5953A6F5C}" srcOrd="1" destOrd="0" presId="urn:microsoft.com/office/officeart/2005/8/layout/hierarchy5"/>
  </dgm:cxnLst>
  <dgm:bg/>
  <dgm:whole>
    <a:ln w="57150"/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8A2109-F428-4F7D-945C-E6903B683C96}">
      <dsp:nvSpPr>
        <dsp:cNvPr id="0" name=""/>
        <dsp:cNvSpPr/>
      </dsp:nvSpPr>
      <dsp:spPr>
        <a:xfrm>
          <a:off x="38847" y="2561177"/>
          <a:ext cx="2475349" cy="123767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74000"/>
              </a:schemeClr>
            </a:gs>
            <a:gs pos="49000">
              <a:schemeClr val="accent4">
                <a:hueOff val="0"/>
                <a:satOff val="0"/>
                <a:lumOff val="0"/>
                <a:alphaOff val="0"/>
                <a:tint val="96000"/>
                <a:shade val="84000"/>
                <a:satMod val="110000"/>
              </a:schemeClr>
            </a:gs>
            <a:gs pos="49100">
              <a:schemeClr val="accent4">
                <a:hueOff val="0"/>
                <a:satOff val="0"/>
                <a:lumOff val="0"/>
                <a:alphaOff val="0"/>
                <a:shade val="55000"/>
                <a:satMod val="150000"/>
              </a:schemeClr>
            </a:gs>
            <a:gs pos="92000">
              <a:schemeClr val="accent4">
                <a:hueOff val="0"/>
                <a:satOff val="0"/>
                <a:lumOff val="0"/>
                <a:alphaOff val="0"/>
                <a:tint val="98000"/>
                <a:shade val="90000"/>
                <a:satMod val="128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90000"/>
                <a:shade val="97000"/>
                <a:satMod val="128000"/>
              </a:schemeClr>
            </a:gs>
          </a:gsLst>
          <a:lin ang="5400000" scaled="1"/>
        </a:gradFill>
        <a:ln>
          <a:noFill/>
        </a:ln>
        <a:effectLst>
          <a:outerShdw blurRad="39000" dist="25400" dir="5400000" rotWithShape="0">
            <a:schemeClr val="accent4"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>
              <a:solidFill>
                <a:schemeClr val="tx1"/>
              </a:solidFill>
            </a:rPr>
            <a:t>Saradha</a:t>
          </a:r>
          <a:endParaRPr lang="en-US" sz="2400" kern="1200" dirty="0">
            <a:solidFill>
              <a:schemeClr val="tx1"/>
            </a:solidFill>
          </a:endParaRPr>
        </a:p>
      </dsp:txBody>
      <dsp:txXfrm>
        <a:off x="75097" y="2597427"/>
        <a:ext cx="2402849" cy="1165174"/>
      </dsp:txXfrm>
    </dsp:sp>
    <dsp:sp modelId="{8B18BD45-F21B-4D9A-BA58-69BF1522C739}">
      <dsp:nvSpPr>
        <dsp:cNvPr id="0" name=""/>
        <dsp:cNvSpPr/>
      </dsp:nvSpPr>
      <dsp:spPr>
        <a:xfrm rot="19184518">
          <a:off x="2360540" y="2743150"/>
          <a:ext cx="1297451" cy="35274"/>
        </a:xfrm>
        <a:custGeom>
          <a:avLst/>
          <a:gdLst/>
          <a:ahLst/>
          <a:cxnLst/>
          <a:rect l="0" t="0" r="0" b="0"/>
          <a:pathLst>
            <a:path>
              <a:moveTo>
                <a:pt x="0" y="17637"/>
              </a:moveTo>
              <a:lnTo>
                <a:pt x="1297451" y="17637"/>
              </a:lnTo>
            </a:path>
          </a:pathLst>
        </a:custGeom>
        <a:noFill/>
        <a:ln w="11430" cap="flat" cmpd="sng" algn="ctr">
          <a:solidFill>
            <a:schemeClr val="accent4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2976830" y="2728351"/>
        <a:ext cx="64872" cy="64872"/>
      </dsp:txXfrm>
    </dsp:sp>
    <dsp:sp modelId="{7521F1BB-48DD-408F-BE0A-667587F71191}">
      <dsp:nvSpPr>
        <dsp:cNvPr id="0" name=""/>
        <dsp:cNvSpPr/>
      </dsp:nvSpPr>
      <dsp:spPr>
        <a:xfrm>
          <a:off x="3504336" y="1722723"/>
          <a:ext cx="2475349" cy="123767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74000"/>
              </a:schemeClr>
            </a:gs>
            <a:gs pos="49000">
              <a:schemeClr val="accent4">
                <a:hueOff val="0"/>
                <a:satOff val="0"/>
                <a:lumOff val="0"/>
                <a:alphaOff val="0"/>
                <a:tint val="96000"/>
                <a:shade val="84000"/>
                <a:satMod val="110000"/>
              </a:schemeClr>
            </a:gs>
            <a:gs pos="49100">
              <a:schemeClr val="accent4">
                <a:hueOff val="0"/>
                <a:satOff val="0"/>
                <a:lumOff val="0"/>
                <a:alphaOff val="0"/>
                <a:shade val="55000"/>
                <a:satMod val="150000"/>
              </a:schemeClr>
            </a:gs>
            <a:gs pos="92000">
              <a:schemeClr val="accent4">
                <a:hueOff val="0"/>
                <a:satOff val="0"/>
                <a:lumOff val="0"/>
                <a:alphaOff val="0"/>
                <a:tint val="98000"/>
                <a:shade val="90000"/>
                <a:satMod val="128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90000"/>
                <a:shade val="97000"/>
                <a:satMod val="128000"/>
              </a:schemeClr>
            </a:gs>
          </a:gsLst>
          <a:lin ang="5400000" scaled="1"/>
        </a:gradFill>
        <a:ln>
          <a:noFill/>
        </a:ln>
        <a:effectLst>
          <a:outerShdw blurRad="39000" dist="25400" dir="5400000" rotWithShape="0">
            <a:schemeClr val="accent4"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1"/>
              </a:solidFill>
            </a:rPr>
            <a:t>MLS</a:t>
          </a:r>
        </a:p>
      </dsp:txBody>
      <dsp:txXfrm>
        <a:off x="3540586" y="1758973"/>
        <a:ext cx="2402849" cy="1165174"/>
      </dsp:txXfrm>
    </dsp:sp>
    <dsp:sp modelId="{983DA2A2-82AC-410B-BF0F-8B6908A4E9E9}">
      <dsp:nvSpPr>
        <dsp:cNvPr id="0" name=""/>
        <dsp:cNvSpPr/>
      </dsp:nvSpPr>
      <dsp:spPr>
        <a:xfrm rot="18210674">
          <a:off x="5544988" y="1514723"/>
          <a:ext cx="1941047" cy="35274"/>
        </a:xfrm>
        <a:custGeom>
          <a:avLst/>
          <a:gdLst/>
          <a:ahLst/>
          <a:cxnLst/>
          <a:rect l="0" t="0" r="0" b="0"/>
          <a:pathLst>
            <a:path>
              <a:moveTo>
                <a:pt x="0" y="17637"/>
              </a:moveTo>
              <a:lnTo>
                <a:pt x="1941047" y="17637"/>
              </a:lnTo>
            </a:path>
          </a:pathLst>
        </a:custGeom>
        <a:noFill/>
        <a:ln w="1143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6466986" y="1483834"/>
        <a:ext cx="97052" cy="97052"/>
      </dsp:txXfrm>
    </dsp:sp>
    <dsp:sp modelId="{D50E8B60-6966-42FB-B73C-D72001A5FC79}">
      <dsp:nvSpPr>
        <dsp:cNvPr id="0" name=""/>
        <dsp:cNvSpPr/>
      </dsp:nvSpPr>
      <dsp:spPr>
        <a:xfrm>
          <a:off x="7051338" y="384098"/>
          <a:ext cx="2064639" cy="67812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74000"/>
              </a:schemeClr>
            </a:gs>
            <a:gs pos="49000">
              <a:schemeClr val="accent4">
                <a:hueOff val="0"/>
                <a:satOff val="0"/>
                <a:lumOff val="0"/>
                <a:alphaOff val="0"/>
                <a:tint val="96000"/>
                <a:shade val="84000"/>
                <a:satMod val="110000"/>
              </a:schemeClr>
            </a:gs>
            <a:gs pos="49100">
              <a:schemeClr val="accent4">
                <a:hueOff val="0"/>
                <a:satOff val="0"/>
                <a:lumOff val="0"/>
                <a:alphaOff val="0"/>
                <a:shade val="55000"/>
                <a:satMod val="150000"/>
              </a:schemeClr>
            </a:gs>
            <a:gs pos="92000">
              <a:schemeClr val="accent4">
                <a:hueOff val="0"/>
                <a:satOff val="0"/>
                <a:lumOff val="0"/>
                <a:alphaOff val="0"/>
                <a:tint val="98000"/>
                <a:shade val="90000"/>
                <a:satMod val="128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90000"/>
                <a:shade val="97000"/>
                <a:satMod val="128000"/>
              </a:schemeClr>
            </a:gs>
          </a:gsLst>
          <a:lin ang="5400000" scaled="1"/>
        </a:gradFill>
        <a:ln>
          <a:noFill/>
        </a:ln>
        <a:effectLst>
          <a:outerShdw blurRad="39000" dist="25400" dir="5400000" rotWithShape="0">
            <a:schemeClr val="accent4"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1"/>
              </a:solidFill>
            </a:rPr>
            <a:t>Younus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DAL, HOU, AUS</a:t>
          </a:r>
        </a:p>
      </dsp:txBody>
      <dsp:txXfrm>
        <a:off x="7071199" y="403959"/>
        <a:ext cx="2024917" cy="638399"/>
      </dsp:txXfrm>
    </dsp:sp>
    <dsp:sp modelId="{7CFC7FB8-813F-44B3-A62E-4B8BD52B8E94}">
      <dsp:nvSpPr>
        <dsp:cNvPr id="0" name=""/>
        <dsp:cNvSpPr/>
      </dsp:nvSpPr>
      <dsp:spPr>
        <a:xfrm rot="20252069">
          <a:off x="5937256" y="2110282"/>
          <a:ext cx="1118167" cy="35274"/>
        </a:xfrm>
        <a:custGeom>
          <a:avLst/>
          <a:gdLst/>
          <a:ahLst/>
          <a:cxnLst/>
          <a:rect l="0" t="0" r="0" b="0"/>
          <a:pathLst>
            <a:path>
              <a:moveTo>
                <a:pt x="0" y="17637"/>
              </a:moveTo>
              <a:lnTo>
                <a:pt x="1118167" y="17637"/>
              </a:lnTo>
            </a:path>
          </a:pathLst>
        </a:custGeom>
        <a:noFill/>
        <a:ln w="1143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6468386" y="2099965"/>
        <a:ext cx="55908" cy="55908"/>
      </dsp:txXfrm>
    </dsp:sp>
    <dsp:sp modelId="{491F8957-8121-4213-9A9A-393C24798F43}">
      <dsp:nvSpPr>
        <dsp:cNvPr id="0" name=""/>
        <dsp:cNvSpPr/>
      </dsp:nvSpPr>
      <dsp:spPr>
        <a:xfrm>
          <a:off x="7012995" y="1578392"/>
          <a:ext cx="2178975" cy="67177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74000"/>
              </a:schemeClr>
            </a:gs>
            <a:gs pos="49000">
              <a:schemeClr val="accent4">
                <a:hueOff val="0"/>
                <a:satOff val="0"/>
                <a:lumOff val="0"/>
                <a:alphaOff val="0"/>
                <a:tint val="96000"/>
                <a:shade val="84000"/>
                <a:satMod val="110000"/>
              </a:schemeClr>
            </a:gs>
            <a:gs pos="49100">
              <a:schemeClr val="accent4">
                <a:hueOff val="0"/>
                <a:satOff val="0"/>
                <a:lumOff val="0"/>
                <a:alphaOff val="0"/>
                <a:shade val="55000"/>
                <a:satMod val="150000"/>
              </a:schemeClr>
            </a:gs>
            <a:gs pos="92000">
              <a:schemeClr val="accent4">
                <a:hueOff val="0"/>
                <a:satOff val="0"/>
                <a:lumOff val="0"/>
                <a:alphaOff val="0"/>
                <a:tint val="98000"/>
                <a:shade val="90000"/>
                <a:satMod val="128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90000"/>
                <a:shade val="97000"/>
                <a:satMod val="128000"/>
              </a:schemeClr>
            </a:gs>
          </a:gsLst>
          <a:lin ang="5400000" scaled="1"/>
        </a:gradFill>
        <a:ln>
          <a:noFill/>
        </a:ln>
        <a:effectLst>
          <a:outerShdw blurRad="39000" dist="25400" dir="5400000" rotWithShape="0">
            <a:schemeClr val="accent4"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1"/>
              </a:solidFill>
            </a:rPr>
            <a:t>Princy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SAN &amp; El Paso</a:t>
          </a:r>
        </a:p>
      </dsp:txBody>
      <dsp:txXfrm>
        <a:off x="7032671" y="1598068"/>
        <a:ext cx="2139623" cy="632420"/>
      </dsp:txXfrm>
    </dsp:sp>
    <dsp:sp modelId="{06365586-90B3-4BB0-80F1-07D8E4B1A59E}">
      <dsp:nvSpPr>
        <dsp:cNvPr id="0" name=""/>
        <dsp:cNvSpPr/>
      </dsp:nvSpPr>
      <dsp:spPr>
        <a:xfrm rot="2415482">
          <a:off x="2360540" y="3581604"/>
          <a:ext cx="1297451" cy="35274"/>
        </a:xfrm>
        <a:custGeom>
          <a:avLst/>
          <a:gdLst/>
          <a:ahLst/>
          <a:cxnLst/>
          <a:rect l="0" t="0" r="0" b="0"/>
          <a:pathLst>
            <a:path>
              <a:moveTo>
                <a:pt x="0" y="17637"/>
              </a:moveTo>
              <a:lnTo>
                <a:pt x="1297451" y="17637"/>
              </a:lnTo>
            </a:path>
          </a:pathLst>
        </a:custGeom>
        <a:noFill/>
        <a:ln w="11430" cap="flat" cmpd="sng" algn="ctr">
          <a:solidFill>
            <a:schemeClr val="accent4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2976830" y="3566805"/>
        <a:ext cx="64872" cy="64872"/>
      </dsp:txXfrm>
    </dsp:sp>
    <dsp:sp modelId="{75C560BF-5E17-480E-A76D-AB4B3C642540}">
      <dsp:nvSpPr>
        <dsp:cNvPr id="0" name=""/>
        <dsp:cNvSpPr/>
      </dsp:nvSpPr>
      <dsp:spPr>
        <a:xfrm>
          <a:off x="3504336" y="3399630"/>
          <a:ext cx="2475349" cy="123767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74000"/>
              </a:schemeClr>
            </a:gs>
            <a:gs pos="49000">
              <a:schemeClr val="accent4">
                <a:hueOff val="0"/>
                <a:satOff val="0"/>
                <a:lumOff val="0"/>
                <a:alphaOff val="0"/>
                <a:tint val="96000"/>
                <a:shade val="84000"/>
                <a:satMod val="110000"/>
              </a:schemeClr>
            </a:gs>
            <a:gs pos="49100">
              <a:schemeClr val="accent4">
                <a:hueOff val="0"/>
                <a:satOff val="0"/>
                <a:lumOff val="0"/>
                <a:alphaOff val="0"/>
                <a:shade val="55000"/>
                <a:satMod val="150000"/>
              </a:schemeClr>
            </a:gs>
            <a:gs pos="92000">
              <a:schemeClr val="accent4">
                <a:hueOff val="0"/>
                <a:satOff val="0"/>
                <a:lumOff val="0"/>
                <a:alphaOff val="0"/>
                <a:tint val="98000"/>
                <a:shade val="90000"/>
                <a:satMod val="128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90000"/>
                <a:shade val="97000"/>
                <a:satMod val="128000"/>
              </a:schemeClr>
            </a:gs>
          </a:gsLst>
          <a:lin ang="5400000" scaled="1"/>
        </a:gradFill>
        <a:ln>
          <a:noFill/>
        </a:ln>
        <a:effectLst>
          <a:outerShdw blurRad="39000" dist="25400" dir="5400000" rotWithShape="0">
            <a:schemeClr val="accent4"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1"/>
              </a:solidFill>
            </a:rPr>
            <a:t>HB</a:t>
          </a:r>
        </a:p>
      </dsp:txBody>
      <dsp:txXfrm>
        <a:off x="3540586" y="3435880"/>
        <a:ext cx="2402849" cy="1165174"/>
      </dsp:txXfrm>
    </dsp:sp>
    <dsp:sp modelId="{B2B107D5-11FB-41BA-A20C-4FE2CBAE2DD2}">
      <dsp:nvSpPr>
        <dsp:cNvPr id="0" name=""/>
        <dsp:cNvSpPr/>
      </dsp:nvSpPr>
      <dsp:spPr>
        <a:xfrm rot="18769959">
          <a:off x="5752837" y="3481193"/>
          <a:ext cx="1417175" cy="35274"/>
        </a:xfrm>
        <a:custGeom>
          <a:avLst/>
          <a:gdLst/>
          <a:ahLst/>
          <a:cxnLst/>
          <a:rect l="0" t="0" r="0" b="0"/>
          <a:pathLst>
            <a:path>
              <a:moveTo>
                <a:pt x="0" y="17637"/>
              </a:moveTo>
              <a:lnTo>
                <a:pt x="1417175" y="17637"/>
              </a:lnTo>
            </a:path>
          </a:pathLst>
        </a:custGeom>
        <a:noFill/>
        <a:ln w="1143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6425996" y="3463400"/>
        <a:ext cx="70858" cy="70858"/>
      </dsp:txXfrm>
    </dsp:sp>
    <dsp:sp modelId="{DB1E16E2-90E4-4D66-8122-90CA54729BF1}">
      <dsp:nvSpPr>
        <dsp:cNvPr id="0" name=""/>
        <dsp:cNvSpPr/>
      </dsp:nvSpPr>
      <dsp:spPr>
        <a:xfrm>
          <a:off x="6943165" y="2642916"/>
          <a:ext cx="2249325" cy="67255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74000"/>
              </a:schemeClr>
            </a:gs>
            <a:gs pos="49000">
              <a:schemeClr val="accent4">
                <a:hueOff val="0"/>
                <a:satOff val="0"/>
                <a:lumOff val="0"/>
                <a:alphaOff val="0"/>
                <a:tint val="96000"/>
                <a:shade val="84000"/>
                <a:satMod val="110000"/>
              </a:schemeClr>
            </a:gs>
            <a:gs pos="49100">
              <a:schemeClr val="accent4">
                <a:hueOff val="0"/>
                <a:satOff val="0"/>
                <a:lumOff val="0"/>
                <a:alphaOff val="0"/>
                <a:shade val="55000"/>
                <a:satMod val="150000"/>
              </a:schemeClr>
            </a:gs>
            <a:gs pos="92000">
              <a:schemeClr val="accent4">
                <a:hueOff val="0"/>
                <a:satOff val="0"/>
                <a:lumOff val="0"/>
                <a:alphaOff val="0"/>
                <a:tint val="98000"/>
                <a:shade val="90000"/>
                <a:satMod val="128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90000"/>
                <a:shade val="97000"/>
                <a:satMod val="128000"/>
              </a:schemeClr>
            </a:gs>
          </a:gsLst>
          <a:lin ang="5400000" scaled="1"/>
        </a:gradFill>
        <a:ln>
          <a:noFill/>
        </a:ln>
        <a:effectLst>
          <a:outerShdw blurRad="39000" dist="25400" dir="5400000" rotWithShape="0">
            <a:schemeClr val="accent4"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1"/>
              </a:solidFill>
            </a:rPr>
            <a:t>Adam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HCAD &amp; Travis </a:t>
          </a:r>
        </a:p>
      </dsp:txBody>
      <dsp:txXfrm>
        <a:off x="6962863" y="2662614"/>
        <a:ext cx="2209929" cy="633156"/>
      </dsp:txXfrm>
    </dsp:sp>
    <dsp:sp modelId="{1C070834-37E3-4F94-9EE4-B35CFF3F9D97}">
      <dsp:nvSpPr>
        <dsp:cNvPr id="0" name=""/>
        <dsp:cNvSpPr/>
      </dsp:nvSpPr>
      <dsp:spPr>
        <a:xfrm rot="56271">
          <a:off x="5979617" y="4009111"/>
          <a:ext cx="1011736" cy="35274"/>
        </a:xfrm>
        <a:custGeom>
          <a:avLst/>
          <a:gdLst/>
          <a:ahLst/>
          <a:cxnLst/>
          <a:rect l="0" t="0" r="0" b="0"/>
          <a:pathLst>
            <a:path>
              <a:moveTo>
                <a:pt x="0" y="17637"/>
              </a:moveTo>
              <a:lnTo>
                <a:pt x="1011736" y="17637"/>
              </a:lnTo>
            </a:path>
          </a:pathLst>
        </a:custGeom>
        <a:noFill/>
        <a:ln w="1143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6460192" y="4001454"/>
        <a:ext cx="50586" cy="50586"/>
      </dsp:txXfrm>
    </dsp:sp>
    <dsp:sp modelId="{54EB5938-4E22-436F-BD0A-086E5ECC6844}">
      <dsp:nvSpPr>
        <dsp:cNvPr id="0" name=""/>
        <dsp:cNvSpPr/>
      </dsp:nvSpPr>
      <dsp:spPr>
        <a:xfrm>
          <a:off x="6991286" y="3740647"/>
          <a:ext cx="2161103" cy="58876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74000"/>
              </a:schemeClr>
            </a:gs>
            <a:gs pos="49000">
              <a:schemeClr val="accent4">
                <a:hueOff val="0"/>
                <a:satOff val="0"/>
                <a:lumOff val="0"/>
                <a:alphaOff val="0"/>
                <a:tint val="96000"/>
                <a:shade val="84000"/>
                <a:satMod val="110000"/>
              </a:schemeClr>
            </a:gs>
            <a:gs pos="49100">
              <a:schemeClr val="accent4">
                <a:hueOff val="0"/>
                <a:satOff val="0"/>
                <a:lumOff val="0"/>
                <a:alphaOff val="0"/>
                <a:shade val="55000"/>
                <a:satMod val="150000"/>
              </a:schemeClr>
            </a:gs>
            <a:gs pos="92000">
              <a:schemeClr val="accent4">
                <a:hueOff val="0"/>
                <a:satOff val="0"/>
                <a:lumOff val="0"/>
                <a:alphaOff val="0"/>
                <a:tint val="98000"/>
                <a:shade val="90000"/>
                <a:satMod val="128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90000"/>
                <a:shade val="97000"/>
                <a:satMod val="128000"/>
              </a:schemeClr>
            </a:gs>
          </a:gsLst>
          <a:lin ang="5400000" scaled="1"/>
        </a:gradFill>
        <a:ln>
          <a:noFill/>
        </a:ln>
        <a:effectLst>
          <a:outerShdw blurRad="39000" dist="25400" dir="5400000" rotWithShape="0">
            <a:schemeClr val="accent4"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solidFill>
                <a:schemeClr val="tx1"/>
              </a:solidFill>
            </a:rPr>
            <a:t>Mohan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Listing Website</a:t>
          </a:r>
          <a:endParaRPr lang="en-US" sz="1600" kern="1200" dirty="0"/>
        </a:p>
      </dsp:txBody>
      <dsp:txXfrm>
        <a:off x="7008530" y="3757891"/>
        <a:ext cx="2126615" cy="55427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8A2109-F428-4F7D-945C-E6903B683C96}">
      <dsp:nvSpPr>
        <dsp:cNvPr id="0" name=""/>
        <dsp:cNvSpPr/>
      </dsp:nvSpPr>
      <dsp:spPr>
        <a:xfrm>
          <a:off x="42217" y="2460698"/>
          <a:ext cx="2410926" cy="120546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74000"/>
              </a:schemeClr>
            </a:gs>
            <a:gs pos="49000">
              <a:schemeClr val="accent4">
                <a:hueOff val="0"/>
                <a:satOff val="0"/>
                <a:lumOff val="0"/>
                <a:alphaOff val="0"/>
                <a:tint val="96000"/>
                <a:shade val="84000"/>
                <a:satMod val="110000"/>
              </a:schemeClr>
            </a:gs>
            <a:gs pos="49100">
              <a:schemeClr val="accent4">
                <a:hueOff val="0"/>
                <a:satOff val="0"/>
                <a:lumOff val="0"/>
                <a:alphaOff val="0"/>
                <a:shade val="55000"/>
                <a:satMod val="150000"/>
              </a:schemeClr>
            </a:gs>
            <a:gs pos="92000">
              <a:schemeClr val="accent4">
                <a:hueOff val="0"/>
                <a:satOff val="0"/>
                <a:lumOff val="0"/>
                <a:alphaOff val="0"/>
                <a:tint val="98000"/>
                <a:shade val="90000"/>
                <a:satMod val="128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90000"/>
                <a:shade val="97000"/>
                <a:satMod val="128000"/>
              </a:schemeClr>
            </a:gs>
          </a:gsLst>
          <a:lin ang="5400000" scaled="1"/>
        </a:gradFill>
        <a:ln>
          <a:noFill/>
        </a:ln>
        <a:effectLst>
          <a:outerShdw blurRad="39000" dist="25400" dir="5400000" rotWithShape="0">
            <a:schemeClr val="accent4"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1"/>
              </a:solidFill>
            </a:rPr>
            <a:t>Mohan</a:t>
          </a:r>
        </a:p>
      </dsp:txBody>
      <dsp:txXfrm>
        <a:off x="77524" y="2496005"/>
        <a:ext cx="2340312" cy="1134849"/>
      </dsp:txXfrm>
    </dsp:sp>
    <dsp:sp modelId="{8B18BD45-F21B-4D9A-BA58-69BF1522C739}">
      <dsp:nvSpPr>
        <dsp:cNvPr id="0" name=""/>
        <dsp:cNvSpPr/>
      </dsp:nvSpPr>
      <dsp:spPr>
        <a:xfrm rot="19002460">
          <a:off x="2272863" y="2591608"/>
          <a:ext cx="1324931" cy="35108"/>
        </a:xfrm>
        <a:custGeom>
          <a:avLst/>
          <a:gdLst/>
          <a:ahLst/>
          <a:cxnLst/>
          <a:rect l="0" t="0" r="0" b="0"/>
          <a:pathLst>
            <a:path>
              <a:moveTo>
                <a:pt x="0" y="17554"/>
              </a:moveTo>
              <a:lnTo>
                <a:pt x="1324931" y="17554"/>
              </a:lnTo>
            </a:path>
          </a:pathLst>
        </a:custGeom>
        <a:noFill/>
        <a:ln w="11430" cap="flat" cmpd="sng" algn="ctr">
          <a:solidFill>
            <a:schemeClr val="accent4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2902206" y="2576039"/>
        <a:ext cx="66246" cy="66246"/>
      </dsp:txXfrm>
    </dsp:sp>
    <dsp:sp modelId="{7521F1BB-48DD-408F-BE0A-667587F71191}">
      <dsp:nvSpPr>
        <dsp:cNvPr id="0" name=""/>
        <dsp:cNvSpPr/>
      </dsp:nvSpPr>
      <dsp:spPr>
        <a:xfrm>
          <a:off x="3417515" y="1552164"/>
          <a:ext cx="2410926" cy="120546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74000"/>
              </a:schemeClr>
            </a:gs>
            <a:gs pos="49000">
              <a:schemeClr val="accent4">
                <a:hueOff val="0"/>
                <a:satOff val="0"/>
                <a:lumOff val="0"/>
                <a:alphaOff val="0"/>
                <a:tint val="96000"/>
                <a:shade val="84000"/>
                <a:satMod val="110000"/>
              </a:schemeClr>
            </a:gs>
            <a:gs pos="49100">
              <a:schemeClr val="accent4">
                <a:hueOff val="0"/>
                <a:satOff val="0"/>
                <a:lumOff val="0"/>
                <a:alphaOff val="0"/>
                <a:shade val="55000"/>
                <a:satMod val="150000"/>
              </a:schemeClr>
            </a:gs>
            <a:gs pos="92000">
              <a:schemeClr val="accent4">
                <a:hueOff val="0"/>
                <a:satOff val="0"/>
                <a:lumOff val="0"/>
                <a:alphaOff val="0"/>
                <a:tint val="98000"/>
                <a:shade val="90000"/>
                <a:satMod val="128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90000"/>
                <a:shade val="97000"/>
                <a:satMod val="128000"/>
              </a:schemeClr>
            </a:gs>
          </a:gsLst>
          <a:lin ang="5400000" scaled="1"/>
        </a:gradFill>
        <a:ln>
          <a:noFill/>
        </a:ln>
        <a:effectLst>
          <a:outerShdw blurRad="39000" dist="25400" dir="5400000" rotWithShape="0">
            <a:schemeClr val="accent4"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1"/>
              </a:solidFill>
            </a:rPr>
            <a:t>MLS</a:t>
          </a:r>
        </a:p>
      </dsp:txBody>
      <dsp:txXfrm>
        <a:off x="3452822" y="1587471"/>
        <a:ext cx="2340312" cy="1134849"/>
      </dsp:txXfrm>
    </dsp:sp>
    <dsp:sp modelId="{983DA2A2-82AC-410B-BF0F-8B6908A4E9E9}">
      <dsp:nvSpPr>
        <dsp:cNvPr id="0" name=""/>
        <dsp:cNvSpPr/>
      </dsp:nvSpPr>
      <dsp:spPr>
        <a:xfrm rot="17941990">
          <a:off x="5362857" y="1346413"/>
          <a:ext cx="1809203" cy="35108"/>
        </a:xfrm>
        <a:custGeom>
          <a:avLst/>
          <a:gdLst/>
          <a:ahLst/>
          <a:cxnLst/>
          <a:rect l="0" t="0" r="0" b="0"/>
          <a:pathLst>
            <a:path>
              <a:moveTo>
                <a:pt x="0" y="17554"/>
              </a:moveTo>
              <a:lnTo>
                <a:pt x="1809203" y="17554"/>
              </a:lnTo>
            </a:path>
          </a:pathLst>
        </a:custGeom>
        <a:noFill/>
        <a:ln w="1143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 dirty="0"/>
        </a:p>
      </dsp:txBody>
      <dsp:txXfrm>
        <a:off x="6222229" y="1318737"/>
        <a:ext cx="90460" cy="90460"/>
      </dsp:txXfrm>
    </dsp:sp>
    <dsp:sp modelId="{D50E8B60-6966-42FB-B73C-D72001A5FC79}">
      <dsp:nvSpPr>
        <dsp:cNvPr id="0" name=""/>
        <dsp:cNvSpPr/>
      </dsp:nvSpPr>
      <dsp:spPr>
        <a:xfrm>
          <a:off x="6706476" y="191383"/>
          <a:ext cx="2135887" cy="76331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74000"/>
              </a:schemeClr>
            </a:gs>
            <a:gs pos="49000">
              <a:schemeClr val="accent4">
                <a:hueOff val="0"/>
                <a:satOff val="0"/>
                <a:lumOff val="0"/>
                <a:alphaOff val="0"/>
                <a:tint val="96000"/>
                <a:shade val="84000"/>
                <a:satMod val="110000"/>
              </a:schemeClr>
            </a:gs>
            <a:gs pos="49100">
              <a:schemeClr val="accent4">
                <a:hueOff val="0"/>
                <a:satOff val="0"/>
                <a:lumOff val="0"/>
                <a:alphaOff val="0"/>
                <a:shade val="55000"/>
                <a:satMod val="150000"/>
              </a:schemeClr>
            </a:gs>
            <a:gs pos="92000">
              <a:schemeClr val="accent4">
                <a:hueOff val="0"/>
                <a:satOff val="0"/>
                <a:lumOff val="0"/>
                <a:alphaOff val="0"/>
                <a:tint val="98000"/>
                <a:shade val="90000"/>
                <a:satMod val="128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90000"/>
                <a:shade val="97000"/>
                <a:satMod val="128000"/>
              </a:schemeClr>
            </a:gs>
          </a:gsLst>
          <a:lin ang="5400000" scaled="1"/>
        </a:gradFill>
        <a:ln>
          <a:noFill/>
        </a:ln>
        <a:effectLst>
          <a:outerShdw blurRad="39000" dist="25400" dir="5400000" rotWithShape="0">
            <a:schemeClr val="accent4"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solidFill>
                <a:schemeClr val="tx1"/>
              </a:solidFill>
            </a:rPr>
            <a:t>Sakthi</a:t>
          </a:r>
          <a:endParaRPr lang="en-US" sz="1800" kern="1200" dirty="0">
            <a:solidFill>
              <a:schemeClr val="tx1"/>
            </a:solidFill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Harlingen &amp; Henderson</a:t>
          </a:r>
          <a:endParaRPr lang="en-US" sz="1600" kern="1200" dirty="0"/>
        </a:p>
      </dsp:txBody>
      <dsp:txXfrm>
        <a:off x="6728833" y="213740"/>
        <a:ext cx="2091173" cy="718597"/>
      </dsp:txXfrm>
    </dsp:sp>
    <dsp:sp modelId="{7CFC7FB8-813F-44B3-A62E-4B8BD52B8E94}">
      <dsp:nvSpPr>
        <dsp:cNvPr id="0" name=""/>
        <dsp:cNvSpPr/>
      </dsp:nvSpPr>
      <dsp:spPr>
        <a:xfrm rot="19721137">
          <a:off x="5750698" y="1859967"/>
          <a:ext cx="1067370" cy="35108"/>
        </a:xfrm>
        <a:custGeom>
          <a:avLst/>
          <a:gdLst/>
          <a:ahLst/>
          <a:cxnLst/>
          <a:rect l="0" t="0" r="0" b="0"/>
          <a:pathLst>
            <a:path>
              <a:moveTo>
                <a:pt x="0" y="17554"/>
              </a:moveTo>
              <a:lnTo>
                <a:pt x="1067370" y="17554"/>
              </a:lnTo>
            </a:path>
          </a:pathLst>
        </a:custGeom>
        <a:noFill/>
        <a:ln w="1143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6257699" y="1850837"/>
        <a:ext cx="53368" cy="53368"/>
      </dsp:txXfrm>
    </dsp:sp>
    <dsp:sp modelId="{491F8957-8121-4213-9A9A-393C24798F43}">
      <dsp:nvSpPr>
        <dsp:cNvPr id="0" name=""/>
        <dsp:cNvSpPr/>
      </dsp:nvSpPr>
      <dsp:spPr>
        <a:xfrm>
          <a:off x="6740326" y="1280832"/>
          <a:ext cx="2068189" cy="63863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74000"/>
              </a:schemeClr>
            </a:gs>
            <a:gs pos="49000">
              <a:schemeClr val="accent4">
                <a:hueOff val="0"/>
                <a:satOff val="0"/>
                <a:lumOff val="0"/>
                <a:alphaOff val="0"/>
                <a:tint val="96000"/>
                <a:shade val="84000"/>
                <a:satMod val="110000"/>
              </a:schemeClr>
            </a:gs>
            <a:gs pos="49100">
              <a:schemeClr val="accent4">
                <a:hueOff val="0"/>
                <a:satOff val="0"/>
                <a:lumOff val="0"/>
                <a:alphaOff val="0"/>
                <a:shade val="55000"/>
                <a:satMod val="150000"/>
              </a:schemeClr>
            </a:gs>
            <a:gs pos="92000">
              <a:schemeClr val="accent4">
                <a:hueOff val="0"/>
                <a:satOff val="0"/>
                <a:lumOff val="0"/>
                <a:alphaOff val="0"/>
                <a:tint val="98000"/>
                <a:shade val="90000"/>
                <a:satMod val="128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90000"/>
                <a:shade val="97000"/>
                <a:satMod val="128000"/>
              </a:schemeClr>
            </a:gs>
          </a:gsLst>
          <a:lin ang="5400000" scaled="1"/>
        </a:gradFill>
        <a:ln>
          <a:noFill/>
        </a:ln>
        <a:effectLst>
          <a:outerShdw blurRad="39000" dist="25400" dir="5400000" rotWithShape="0">
            <a:schemeClr val="accent4"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solidFill>
                <a:schemeClr val="tx1"/>
              </a:solidFill>
            </a:rPr>
            <a:t>Bharath</a:t>
          </a:r>
          <a:endParaRPr lang="en-US" sz="1800" kern="1200" dirty="0">
            <a:solidFill>
              <a:schemeClr val="tx1"/>
            </a:solidFill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TAR,</a:t>
          </a:r>
          <a:r>
            <a:rPr lang="en-US" sz="1600" kern="1200" dirty="0"/>
            <a:t> </a:t>
          </a:r>
          <a:r>
            <a:rPr lang="en-IN" sz="1600" kern="1200" dirty="0"/>
            <a:t>Victoria &amp; Webb</a:t>
          </a:r>
          <a:endParaRPr lang="en-US" sz="1600" kern="1200" dirty="0"/>
        </a:p>
      </dsp:txBody>
      <dsp:txXfrm>
        <a:off x="6759031" y="1299537"/>
        <a:ext cx="2030779" cy="601220"/>
      </dsp:txXfrm>
    </dsp:sp>
    <dsp:sp modelId="{06365586-90B3-4BB0-80F1-07D8E4B1A59E}">
      <dsp:nvSpPr>
        <dsp:cNvPr id="0" name=""/>
        <dsp:cNvSpPr/>
      </dsp:nvSpPr>
      <dsp:spPr>
        <a:xfrm rot="2597540">
          <a:off x="2272863" y="3500142"/>
          <a:ext cx="1324931" cy="35108"/>
        </a:xfrm>
        <a:custGeom>
          <a:avLst/>
          <a:gdLst/>
          <a:ahLst/>
          <a:cxnLst/>
          <a:rect l="0" t="0" r="0" b="0"/>
          <a:pathLst>
            <a:path>
              <a:moveTo>
                <a:pt x="0" y="17554"/>
              </a:moveTo>
              <a:lnTo>
                <a:pt x="1324931" y="17554"/>
              </a:lnTo>
            </a:path>
          </a:pathLst>
        </a:custGeom>
        <a:noFill/>
        <a:ln w="11430" cap="flat" cmpd="sng" algn="ctr">
          <a:solidFill>
            <a:schemeClr val="accent4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2902206" y="3484573"/>
        <a:ext cx="66246" cy="66246"/>
      </dsp:txXfrm>
    </dsp:sp>
    <dsp:sp modelId="{75C560BF-5E17-480E-A76D-AB4B3C642540}">
      <dsp:nvSpPr>
        <dsp:cNvPr id="0" name=""/>
        <dsp:cNvSpPr/>
      </dsp:nvSpPr>
      <dsp:spPr>
        <a:xfrm>
          <a:off x="3417515" y="3369231"/>
          <a:ext cx="2410926" cy="120546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74000"/>
              </a:schemeClr>
            </a:gs>
            <a:gs pos="49000">
              <a:schemeClr val="accent4">
                <a:hueOff val="0"/>
                <a:satOff val="0"/>
                <a:lumOff val="0"/>
                <a:alphaOff val="0"/>
                <a:tint val="96000"/>
                <a:shade val="84000"/>
                <a:satMod val="110000"/>
              </a:schemeClr>
            </a:gs>
            <a:gs pos="49100">
              <a:schemeClr val="accent4">
                <a:hueOff val="0"/>
                <a:satOff val="0"/>
                <a:lumOff val="0"/>
                <a:alphaOff val="0"/>
                <a:shade val="55000"/>
                <a:satMod val="150000"/>
              </a:schemeClr>
            </a:gs>
            <a:gs pos="92000">
              <a:schemeClr val="accent4">
                <a:hueOff val="0"/>
                <a:satOff val="0"/>
                <a:lumOff val="0"/>
                <a:alphaOff val="0"/>
                <a:tint val="98000"/>
                <a:shade val="90000"/>
                <a:satMod val="128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90000"/>
                <a:shade val="97000"/>
                <a:satMod val="128000"/>
              </a:schemeClr>
            </a:gs>
          </a:gsLst>
          <a:lin ang="5400000" scaled="1"/>
        </a:gradFill>
        <a:ln>
          <a:noFill/>
        </a:ln>
        <a:effectLst>
          <a:outerShdw blurRad="39000" dist="25400" dir="5400000" rotWithShape="0">
            <a:schemeClr val="accent4"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1"/>
              </a:solidFill>
            </a:rPr>
            <a:t>HB</a:t>
          </a:r>
        </a:p>
      </dsp:txBody>
      <dsp:txXfrm>
        <a:off x="3452822" y="3404538"/>
        <a:ext cx="2340312" cy="1134849"/>
      </dsp:txXfrm>
    </dsp:sp>
    <dsp:sp modelId="{B2B107D5-11FB-41BA-A20C-4FE2CBAE2DD2}">
      <dsp:nvSpPr>
        <dsp:cNvPr id="0" name=""/>
        <dsp:cNvSpPr/>
      </dsp:nvSpPr>
      <dsp:spPr>
        <a:xfrm rot="18179368">
          <a:off x="5450056" y="3257663"/>
          <a:ext cx="1661349" cy="35108"/>
        </a:xfrm>
        <a:custGeom>
          <a:avLst/>
          <a:gdLst/>
          <a:ahLst/>
          <a:cxnLst/>
          <a:rect l="0" t="0" r="0" b="0"/>
          <a:pathLst>
            <a:path>
              <a:moveTo>
                <a:pt x="0" y="17554"/>
              </a:moveTo>
              <a:lnTo>
                <a:pt x="1661349" y="17554"/>
              </a:lnTo>
            </a:path>
          </a:pathLst>
        </a:custGeom>
        <a:noFill/>
        <a:ln w="1143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 dirty="0"/>
        </a:p>
      </dsp:txBody>
      <dsp:txXfrm>
        <a:off x="6239197" y="3233683"/>
        <a:ext cx="83067" cy="83067"/>
      </dsp:txXfrm>
    </dsp:sp>
    <dsp:sp modelId="{DB1E16E2-90E4-4D66-8122-90CA54729BF1}">
      <dsp:nvSpPr>
        <dsp:cNvPr id="0" name=""/>
        <dsp:cNvSpPr/>
      </dsp:nvSpPr>
      <dsp:spPr>
        <a:xfrm>
          <a:off x="6733021" y="2237536"/>
          <a:ext cx="2108572" cy="68187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74000"/>
              </a:schemeClr>
            </a:gs>
            <a:gs pos="49000">
              <a:schemeClr val="accent4">
                <a:hueOff val="0"/>
                <a:satOff val="0"/>
                <a:lumOff val="0"/>
                <a:alphaOff val="0"/>
                <a:tint val="96000"/>
                <a:shade val="84000"/>
                <a:satMod val="110000"/>
              </a:schemeClr>
            </a:gs>
            <a:gs pos="49100">
              <a:schemeClr val="accent4">
                <a:hueOff val="0"/>
                <a:satOff val="0"/>
                <a:lumOff val="0"/>
                <a:alphaOff val="0"/>
                <a:shade val="55000"/>
                <a:satMod val="150000"/>
              </a:schemeClr>
            </a:gs>
            <a:gs pos="92000">
              <a:schemeClr val="accent4">
                <a:hueOff val="0"/>
                <a:satOff val="0"/>
                <a:lumOff val="0"/>
                <a:alphaOff val="0"/>
                <a:tint val="98000"/>
                <a:shade val="90000"/>
                <a:satMod val="128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90000"/>
                <a:shade val="97000"/>
                <a:satMod val="128000"/>
              </a:schemeClr>
            </a:gs>
          </a:gsLst>
          <a:lin ang="5400000" scaled="1"/>
        </a:gradFill>
        <a:ln>
          <a:noFill/>
        </a:ln>
        <a:effectLst>
          <a:outerShdw blurRad="39000" dist="25400" dir="5400000" rotWithShape="0">
            <a:schemeClr val="accent4"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solidFill>
                <a:schemeClr val="tx1"/>
              </a:solidFill>
            </a:rPr>
            <a:t>Sakthi</a:t>
          </a:r>
          <a:endParaRPr lang="en-US" sz="1800" kern="1200" dirty="0">
            <a:solidFill>
              <a:schemeClr val="tx1"/>
            </a:solidFill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MCAD</a:t>
          </a:r>
          <a:r>
            <a:rPr lang="en-US" sz="1600" kern="1200" dirty="0"/>
            <a:t> &amp; </a:t>
          </a:r>
          <a:r>
            <a:rPr lang="en-IN" sz="1600" kern="1200" dirty="0"/>
            <a:t>McLennan</a:t>
          </a:r>
          <a:r>
            <a:rPr lang="en-US" sz="1600" kern="1200" dirty="0"/>
            <a:t> </a:t>
          </a:r>
        </a:p>
      </dsp:txBody>
      <dsp:txXfrm>
        <a:off x="6752992" y="2257507"/>
        <a:ext cx="2068630" cy="641928"/>
      </dsp:txXfrm>
    </dsp:sp>
    <dsp:sp modelId="{1C070834-37E3-4F94-9EE4-B35CFF3F9D97}">
      <dsp:nvSpPr>
        <dsp:cNvPr id="0" name=""/>
        <dsp:cNvSpPr/>
      </dsp:nvSpPr>
      <dsp:spPr>
        <a:xfrm rot="20368338">
          <a:off x="5796576" y="3778438"/>
          <a:ext cx="1003652" cy="35108"/>
        </a:xfrm>
        <a:custGeom>
          <a:avLst/>
          <a:gdLst/>
          <a:ahLst/>
          <a:cxnLst/>
          <a:rect l="0" t="0" r="0" b="0"/>
          <a:pathLst>
            <a:path>
              <a:moveTo>
                <a:pt x="0" y="17554"/>
              </a:moveTo>
              <a:lnTo>
                <a:pt x="1003652" y="17554"/>
              </a:lnTo>
            </a:path>
          </a:pathLst>
        </a:custGeom>
        <a:noFill/>
        <a:ln w="1143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6273312" y="3770901"/>
        <a:ext cx="50182" cy="50182"/>
      </dsp:txXfrm>
    </dsp:sp>
    <dsp:sp modelId="{54EB5938-4E22-436F-BD0A-086E5ECC6844}">
      <dsp:nvSpPr>
        <dsp:cNvPr id="0" name=""/>
        <dsp:cNvSpPr/>
      </dsp:nvSpPr>
      <dsp:spPr>
        <a:xfrm>
          <a:off x="6768365" y="3206500"/>
          <a:ext cx="2008446" cy="82704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74000"/>
              </a:schemeClr>
            </a:gs>
            <a:gs pos="49000">
              <a:schemeClr val="accent4">
                <a:hueOff val="0"/>
                <a:satOff val="0"/>
                <a:lumOff val="0"/>
                <a:alphaOff val="0"/>
                <a:tint val="96000"/>
                <a:shade val="84000"/>
                <a:satMod val="110000"/>
              </a:schemeClr>
            </a:gs>
            <a:gs pos="49100">
              <a:schemeClr val="accent4">
                <a:hueOff val="0"/>
                <a:satOff val="0"/>
                <a:lumOff val="0"/>
                <a:alphaOff val="0"/>
                <a:shade val="55000"/>
                <a:satMod val="150000"/>
              </a:schemeClr>
            </a:gs>
            <a:gs pos="92000">
              <a:schemeClr val="accent4">
                <a:hueOff val="0"/>
                <a:satOff val="0"/>
                <a:lumOff val="0"/>
                <a:alphaOff val="0"/>
                <a:tint val="98000"/>
                <a:shade val="90000"/>
                <a:satMod val="128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90000"/>
                <a:shade val="97000"/>
                <a:satMod val="128000"/>
              </a:schemeClr>
            </a:gs>
          </a:gsLst>
          <a:lin ang="5400000" scaled="1"/>
        </a:gradFill>
        <a:ln>
          <a:noFill/>
        </a:ln>
        <a:effectLst>
          <a:outerShdw blurRad="39000" dist="25400" dir="5400000" rotWithShape="0">
            <a:schemeClr val="accent4"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solidFill>
                <a:schemeClr val="tx1"/>
              </a:solidFill>
            </a:rPr>
            <a:t>Bharath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solidFill>
                <a:schemeClr val="bg1"/>
              </a:solidFill>
            </a:rPr>
            <a:t>Ector &amp; Tarrant</a:t>
          </a:r>
          <a:endParaRPr lang="en-US" sz="1600" kern="1200" dirty="0">
            <a:solidFill>
              <a:schemeClr val="bg1"/>
            </a:solidFill>
          </a:endParaRPr>
        </a:p>
      </dsp:txBody>
      <dsp:txXfrm>
        <a:off x="6792588" y="3230723"/>
        <a:ext cx="1960000" cy="77859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8A2109-F428-4F7D-945C-E6903B683C96}">
      <dsp:nvSpPr>
        <dsp:cNvPr id="0" name=""/>
        <dsp:cNvSpPr/>
      </dsp:nvSpPr>
      <dsp:spPr>
        <a:xfrm>
          <a:off x="40814" y="2588304"/>
          <a:ext cx="2428996" cy="121449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74000"/>
              </a:schemeClr>
            </a:gs>
            <a:gs pos="49000">
              <a:schemeClr val="accent4">
                <a:hueOff val="0"/>
                <a:satOff val="0"/>
                <a:lumOff val="0"/>
                <a:alphaOff val="0"/>
                <a:tint val="96000"/>
                <a:shade val="84000"/>
                <a:satMod val="110000"/>
              </a:schemeClr>
            </a:gs>
            <a:gs pos="49100">
              <a:schemeClr val="accent4">
                <a:hueOff val="0"/>
                <a:satOff val="0"/>
                <a:lumOff val="0"/>
                <a:alphaOff val="0"/>
                <a:shade val="55000"/>
                <a:satMod val="150000"/>
              </a:schemeClr>
            </a:gs>
            <a:gs pos="92000">
              <a:schemeClr val="accent4">
                <a:hueOff val="0"/>
                <a:satOff val="0"/>
                <a:lumOff val="0"/>
                <a:alphaOff val="0"/>
                <a:tint val="98000"/>
                <a:shade val="90000"/>
                <a:satMod val="128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90000"/>
                <a:shade val="97000"/>
                <a:satMod val="128000"/>
              </a:schemeClr>
            </a:gs>
          </a:gsLst>
          <a:lin ang="5400000" scaled="1"/>
        </a:gradFill>
        <a:ln>
          <a:noFill/>
        </a:ln>
        <a:effectLst>
          <a:outerShdw blurRad="39000" dist="25400" dir="5400000" rotWithShape="0">
            <a:schemeClr val="accent4"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>
              <a:solidFill>
                <a:schemeClr val="tx1"/>
              </a:solidFill>
            </a:rPr>
            <a:t>Sreeram</a:t>
          </a:r>
          <a:endParaRPr lang="en-US" sz="2400" kern="1200" dirty="0">
            <a:solidFill>
              <a:schemeClr val="tx1"/>
            </a:solidFill>
          </a:endParaRPr>
        </a:p>
      </dsp:txBody>
      <dsp:txXfrm>
        <a:off x="76385" y="2623875"/>
        <a:ext cx="2357854" cy="1143356"/>
      </dsp:txXfrm>
    </dsp:sp>
    <dsp:sp modelId="{8B18BD45-F21B-4D9A-BA58-69BF1522C739}">
      <dsp:nvSpPr>
        <dsp:cNvPr id="0" name=""/>
        <dsp:cNvSpPr/>
      </dsp:nvSpPr>
      <dsp:spPr>
        <a:xfrm rot="19109464">
          <a:off x="2306884" y="2748457"/>
          <a:ext cx="1297449" cy="34324"/>
        </a:xfrm>
        <a:custGeom>
          <a:avLst/>
          <a:gdLst/>
          <a:ahLst/>
          <a:cxnLst/>
          <a:rect l="0" t="0" r="0" b="0"/>
          <a:pathLst>
            <a:path>
              <a:moveTo>
                <a:pt x="0" y="17162"/>
              </a:moveTo>
              <a:lnTo>
                <a:pt x="1297449" y="17162"/>
              </a:lnTo>
            </a:path>
          </a:pathLst>
        </a:custGeom>
        <a:noFill/>
        <a:ln w="11430" cap="flat" cmpd="sng" algn="ctr">
          <a:solidFill>
            <a:schemeClr val="accent4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2923173" y="2733183"/>
        <a:ext cx="64872" cy="64872"/>
      </dsp:txXfrm>
    </dsp:sp>
    <dsp:sp modelId="{7521F1BB-48DD-408F-BE0A-667587F71191}">
      <dsp:nvSpPr>
        <dsp:cNvPr id="0" name=""/>
        <dsp:cNvSpPr/>
      </dsp:nvSpPr>
      <dsp:spPr>
        <a:xfrm>
          <a:off x="3441408" y="1728437"/>
          <a:ext cx="2428996" cy="121449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74000"/>
              </a:schemeClr>
            </a:gs>
            <a:gs pos="49000">
              <a:schemeClr val="accent4">
                <a:hueOff val="0"/>
                <a:satOff val="0"/>
                <a:lumOff val="0"/>
                <a:alphaOff val="0"/>
                <a:tint val="96000"/>
                <a:shade val="84000"/>
                <a:satMod val="110000"/>
              </a:schemeClr>
            </a:gs>
            <a:gs pos="49100">
              <a:schemeClr val="accent4">
                <a:hueOff val="0"/>
                <a:satOff val="0"/>
                <a:lumOff val="0"/>
                <a:alphaOff val="0"/>
                <a:shade val="55000"/>
                <a:satMod val="150000"/>
              </a:schemeClr>
            </a:gs>
            <a:gs pos="92000">
              <a:schemeClr val="accent4">
                <a:hueOff val="0"/>
                <a:satOff val="0"/>
                <a:lumOff val="0"/>
                <a:alphaOff val="0"/>
                <a:tint val="98000"/>
                <a:shade val="90000"/>
                <a:satMod val="128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90000"/>
                <a:shade val="97000"/>
                <a:satMod val="128000"/>
              </a:schemeClr>
            </a:gs>
          </a:gsLst>
          <a:lin ang="5400000" scaled="1"/>
        </a:gradFill>
        <a:ln>
          <a:noFill/>
        </a:ln>
        <a:effectLst>
          <a:outerShdw blurRad="39000" dist="25400" dir="5400000" rotWithShape="0">
            <a:schemeClr val="accent4"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1"/>
              </a:solidFill>
            </a:rPr>
            <a:t>MLS</a:t>
          </a:r>
        </a:p>
      </dsp:txBody>
      <dsp:txXfrm>
        <a:off x="3476979" y="1764008"/>
        <a:ext cx="2357854" cy="1143356"/>
      </dsp:txXfrm>
    </dsp:sp>
    <dsp:sp modelId="{983DA2A2-82AC-410B-BF0F-8B6908A4E9E9}">
      <dsp:nvSpPr>
        <dsp:cNvPr id="0" name=""/>
        <dsp:cNvSpPr/>
      </dsp:nvSpPr>
      <dsp:spPr>
        <a:xfrm rot="17941990">
          <a:off x="5401331" y="1521667"/>
          <a:ext cx="1822763" cy="34324"/>
        </a:xfrm>
        <a:custGeom>
          <a:avLst/>
          <a:gdLst/>
          <a:ahLst/>
          <a:cxnLst/>
          <a:rect l="0" t="0" r="0" b="0"/>
          <a:pathLst>
            <a:path>
              <a:moveTo>
                <a:pt x="0" y="17162"/>
              </a:moveTo>
              <a:lnTo>
                <a:pt x="1822763" y="17162"/>
              </a:lnTo>
            </a:path>
          </a:pathLst>
        </a:custGeom>
        <a:noFill/>
        <a:ln w="1143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 dirty="0"/>
        </a:p>
      </dsp:txBody>
      <dsp:txXfrm>
        <a:off x="6267144" y="1493260"/>
        <a:ext cx="91138" cy="91138"/>
      </dsp:txXfrm>
    </dsp:sp>
    <dsp:sp modelId="{D50E8B60-6966-42FB-B73C-D72001A5FC79}">
      <dsp:nvSpPr>
        <dsp:cNvPr id="0" name=""/>
        <dsp:cNvSpPr/>
      </dsp:nvSpPr>
      <dsp:spPr>
        <a:xfrm>
          <a:off x="6755021" y="374885"/>
          <a:ext cx="2151896" cy="73417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74000"/>
              </a:schemeClr>
            </a:gs>
            <a:gs pos="49000">
              <a:schemeClr val="accent4">
                <a:hueOff val="0"/>
                <a:satOff val="0"/>
                <a:lumOff val="0"/>
                <a:alphaOff val="0"/>
                <a:tint val="96000"/>
                <a:shade val="84000"/>
                <a:satMod val="110000"/>
              </a:schemeClr>
            </a:gs>
            <a:gs pos="49100">
              <a:schemeClr val="accent4">
                <a:hueOff val="0"/>
                <a:satOff val="0"/>
                <a:lumOff val="0"/>
                <a:alphaOff val="0"/>
                <a:shade val="55000"/>
                <a:satMod val="150000"/>
              </a:schemeClr>
            </a:gs>
            <a:gs pos="92000">
              <a:schemeClr val="accent4">
                <a:hueOff val="0"/>
                <a:satOff val="0"/>
                <a:lumOff val="0"/>
                <a:alphaOff val="0"/>
                <a:tint val="98000"/>
                <a:shade val="90000"/>
                <a:satMod val="128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90000"/>
                <a:shade val="97000"/>
                <a:satMod val="128000"/>
              </a:schemeClr>
            </a:gs>
          </a:gsLst>
          <a:lin ang="5400000" scaled="1"/>
        </a:gradFill>
        <a:ln>
          <a:noFill/>
        </a:ln>
        <a:effectLst>
          <a:outerShdw blurRad="39000" dist="25400" dir="5400000" rotWithShape="0">
            <a:schemeClr val="accent4"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solidFill>
                <a:schemeClr val="tx1"/>
              </a:solidFill>
            </a:rPr>
            <a:t>Dinesh</a:t>
          </a:r>
          <a:endParaRPr lang="en-US" sz="1800" kern="1200" dirty="0">
            <a:solidFill>
              <a:schemeClr val="tx1"/>
            </a:solidFill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Wichita, Kerr &amp; Jefferson</a:t>
          </a:r>
          <a:endParaRPr lang="en-US" sz="1500" kern="1200" dirty="0"/>
        </a:p>
      </dsp:txBody>
      <dsp:txXfrm>
        <a:off x="6776524" y="396388"/>
        <a:ext cx="2108890" cy="691170"/>
      </dsp:txXfrm>
    </dsp:sp>
    <dsp:sp modelId="{7CFC7FB8-813F-44B3-A62E-4B8BD52B8E94}">
      <dsp:nvSpPr>
        <dsp:cNvPr id="0" name=""/>
        <dsp:cNvSpPr/>
      </dsp:nvSpPr>
      <dsp:spPr>
        <a:xfrm rot="19673940">
          <a:off x="5787499" y="2030357"/>
          <a:ext cx="1084530" cy="34324"/>
        </a:xfrm>
        <a:custGeom>
          <a:avLst/>
          <a:gdLst/>
          <a:ahLst/>
          <a:cxnLst/>
          <a:rect l="0" t="0" r="0" b="0"/>
          <a:pathLst>
            <a:path>
              <a:moveTo>
                <a:pt x="0" y="17162"/>
              </a:moveTo>
              <a:lnTo>
                <a:pt x="1084530" y="17162"/>
              </a:lnTo>
            </a:path>
          </a:pathLst>
        </a:custGeom>
        <a:noFill/>
        <a:ln w="1143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6302651" y="2020406"/>
        <a:ext cx="54226" cy="54226"/>
      </dsp:txXfrm>
    </dsp:sp>
    <dsp:sp modelId="{491F8957-8121-4213-9A9A-393C24798F43}">
      <dsp:nvSpPr>
        <dsp:cNvPr id="0" name=""/>
        <dsp:cNvSpPr/>
      </dsp:nvSpPr>
      <dsp:spPr>
        <a:xfrm>
          <a:off x="6789124" y="1437643"/>
          <a:ext cx="2083690" cy="64341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74000"/>
              </a:schemeClr>
            </a:gs>
            <a:gs pos="49000">
              <a:schemeClr val="accent4">
                <a:hueOff val="0"/>
                <a:satOff val="0"/>
                <a:lumOff val="0"/>
                <a:alphaOff val="0"/>
                <a:tint val="96000"/>
                <a:shade val="84000"/>
                <a:satMod val="110000"/>
              </a:schemeClr>
            </a:gs>
            <a:gs pos="49100">
              <a:schemeClr val="accent4">
                <a:hueOff val="0"/>
                <a:satOff val="0"/>
                <a:lumOff val="0"/>
                <a:alphaOff val="0"/>
                <a:shade val="55000"/>
                <a:satMod val="150000"/>
              </a:schemeClr>
            </a:gs>
            <a:gs pos="92000">
              <a:schemeClr val="accent4">
                <a:hueOff val="0"/>
                <a:satOff val="0"/>
                <a:lumOff val="0"/>
                <a:alphaOff val="0"/>
                <a:tint val="98000"/>
                <a:shade val="90000"/>
                <a:satMod val="128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90000"/>
                <a:shade val="97000"/>
                <a:satMod val="128000"/>
              </a:schemeClr>
            </a:gs>
          </a:gsLst>
          <a:lin ang="5400000" scaled="1"/>
        </a:gradFill>
        <a:ln>
          <a:noFill/>
        </a:ln>
        <a:effectLst>
          <a:outerShdw blurRad="39000" dist="25400" dir="5400000" rotWithShape="0">
            <a:schemeClr val="accent4"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solidFill>
                <a:schemeClr val="tx1"/>
              </a:solidFill>
            </a:rPr>
            <a:t>Kavya</a:t>
          </a:r>
          <a:endParaRPr lang="en-US" sz="1800" kern="1200" dirty="0">
            <a:solidFill>
              <a:schemeClr val="tx1"/>
            </a:solidFill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Midland &amp;</a:t>
          </a:r>
          <a:r>
            <a:rPr lang="en-US" sz="1600" kern="1200" dirty="0"/>
            <a:t> </a:t>
          </a:r>
          <a:r>
            <a:rPr lang="en-IN" sz="1600" kern="1200" dirty="0"/>
            <a:t>Lubbock</a:t>
          </a:r>
          <a:endParaRPr lang="en-US" sz="1600" kern="1200" dirty="0"/>
        </a:p>
      </dsp:txBody>
      <dsp:txXfrm>
        <a:off x="6807969" y="1456488"/>
        <a:ext cx="2046000" cy="605726"/>
      </dsp:txXfrm>
    </dsp:sp>
    <dsp:sp modelId="{06365586-90B3-4BB0-80F1-07D8E4B1A59E}">
      <dsp:nvSpPr>
        <dsp:cNvPr id="0" name=""/>
        <dsp:cNvSpPr/>
      </dsp:nvSpPr>
      <dsp:spPr>
        <a:xfrm rot="2490536">
          <a:off x="2306884" y="3608325"/>
          <a:ext cx="1297449" cy="34324"/>
        </a:xfrm>
        <a:custGeom>
          <a:avLst/>
          <a:gdLst/>
          <a:ahLst/>
          <a:cxnLst/>
          <a:rect l="0" t="0" r="0" b="0"/>
          <a:pathLst>
            <a:path>
              <a:moveTo>
                <a:pt x="0" y="17162"/>
              </a:moveTo>
              <a:lnTo>
                <a:pt x="1297449" y="17162"/>
              </a:lnTo>
            </a:path>
          </a:pathLst>
        </a:custGeom>
        <a:noFill/>
        <a:ln w="11430" cap="flat" cmpd="sng" algn="ctr">
          <a:solidFill>
            <a:schemeClr val="accent4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2923173" y="3593051"/>
        <a:ext cx="64872" cy="64872"/>
      </dsp:txXfrm>
    </dsp:sp>
    <dsp:sp modelId="{75C560BF-5E17-480E-A76D-AB4B3C642540}">
      <dsp:nvSpPr>
        <dsp:cNvPr id="0" name=""/>
        <dsp:cNvSpPr/>
      </dsp:nvSpPr>
      <dsp:spPr>
        <a:xfrm>
          <a:off x="3441408" y="3448172"/>
          <a:ext cx="2428996" cy="121449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74000"/>
              </a:schemeClr>
            </a:gs>
            <a:gs pos="49000">
              <a:schemeClr val="accent4">
                <a:hueOff val="0"/>
                <a:satOff val="0"/>
                <a:lumOff val="0"/>
                <a:alphaOff val="0"/>
                <a:tint val="96000"/>
                <a:shade val="84000"/>
                <a:satMod val="110000"/>
              </a:schemeClr>
            </a:gs>
            <a:gs pos="49100">
              <a:schemeClr val="accent4">
                <a:hueOff val="0"/>
                <a:satOff val="0"/>
                <a:lumOff val="0"/>
                <a:alphaOff val="0"/>
                <a:shade val="55000"/>
                <a:satMod val="150000"/>
              </a:schemeClr>
            </a:gs>
            <a:gs pos="92000">
              <a:schemeClr val="accent4">
                <a:hueOff val="0"/>
                <a:satOff val="0"/>
                <a:lumOff val="0"/>
                <a:alphaOff val="0"/>
                <a:tint val="98000"/>
                <a:shade val="90000"/>
                <a:satMod val="128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90000"/>
                <a:shade val="97000"/>
                <a:satMod val="128000"/>
              </a:schemeClr>
            </a:gs>
          </a:gsLst>
          <a:lin ang="5400000" scaled="1"/>
        </a:gradFill>
        <a:ln>
          <a:noFill/>
        </a:ln>
        <a:effectLst>
          <a:outerShdw blurRad="39000" dist="25400" dir="5400000" rotWithShape="0">
            <a:schemeClr val="accent4"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1"/>
              </a:solidFill>
            </a:rPr>
            <a:t>HB</a:t>
          </a:r>
        </a:p>
      </dsp:txBody>
      <dsp:txXfrm>
        <a:off x="3476979" y="3483743"/>
        <a:ext cx="2357854" cy="1143356"/>
      </dsp:txXfrm>
    </dsp:sp>
    <dsp:sp modelId="{B2B107D5-11FB-41BA-A20C-4FE2CBAE2DD2}">
      <dsp:nvSpPr>
        <dsp:cNvPr id="0" name=""/>
        <dsp:cNvSpPr/>
      </dsp:nvSpPr>
      <dsp:spPr>
        <a:xfrm rot="18289059">
          <a:off x="5527999" y="3383052"/>
          <a:ext cx="1596169" cy="34324"/>
        </a:xfrm>
        <a:custGeom>
          <a:avLst/>
          <a:gdLst/>
          <a:ahLst/>
          <a:cxnLst/>
          <a:rect l="0" t="0" r="0" b="0"/>
          <a:pathLst>
            <a:path>
              <a:moveTo>
                <a:pt x="0" y="17162"/>
              </a:moveTo>
              <a:lnTo>
                <a:pt x="1596169" y="17162"/>
              </a:lnTo>
            </a:path>
          </a:pathLst>
        </a:custGeom>
        <a:noFill/>
        <a:ln w="1143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 dirty="0"/>
        </a:p>
      </dsp:txBody>
      <dsp:txXfrm>
        <a:off x="6286180" y="3360310"/>
        <a:ext cx="79808" cy="79808"/>
      </dsp:txXfrm>
    </dsp:sp>
    <dsp:sp modelId="{DB1E16E2-90E4-4D66-8122-90CA54729BF1}">
      <dsp:nvSpPr>
        <dsp:cNvPr id="0" name=""/>
        <dsp:cNvSpPr/>
      </dsp:nvSpPr>
      <dsp:spPr>
        <a:xfrm>
          <a:off x="6781764" y="2401518"/>
          <a:ext cx="2124375" cy="68698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74000"/>
              </a:schemeClr>
            </a:gs>
            <a:gs pos="49000">
              <a:schemeClr val="accent4">
                <a:hueOff val="0"/>
                <a:satOff val="0"/>
                <a:lumOff val="0"/>
                <a:alphaOff val="0"/>
                <a:tint val="96000"/>
                <a:shade val="84000"/>
                <a:satMod val="110000"/>
              </a:schemeClr>
            </a:gs>
            <a:gs pos="49100">
              <a:schemeClr val="accent4">
                <a:hueOff val="0"/>
                <a:satOff val="0"/>
                <a:lumOff val="0"/>
                <a:alphaOff val="0"/>
                <a:shade val="55000"/>
                <a:satMod val="150000"/>
              </a:schemeClr>
            </a:gs>
            <a:gs pos="92000">
              <a:schemeClr val="accent4">
                <a:hueOff val="0"/>
                <a:satOff val="0"/>
                <a:lumOff val="0"/>
                <a:alphaOff val="0"/>
                <a:tint val="98000"/>
                <a:shade val="90000"/>
                <a:satMod val="128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90000"/>
                <a:shade val="97000"/>
                <a:satMod val="128000"/>
              </a:schemeClr>
            </a:gs>
          </a:gsLst>
          <a:lin ang="5400000" scaled="1"/>
        </a:gradFill>
        <a:ln>
          <a:noFill/>
        </a:ln>
        <a:effectLst>
          <a:outerShdw blurRad="39000" dist="25400" dir="5400000" rotWithShape="0">
            <a:schemeClr val="accent4"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solidFill>
                <a:schemeClr val="tx1"/>
              </a:solidFill>
            </a:rPr>
            <a:t>Manowa</a:t>
          </a:r>
          <a:endParaRPr lang="en-US" sz="1800" kern="1200" dirty="0">
            <a:solidFill>
              <a:schemeClr val="tx1"/>
            </a:solidFill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Dallas</a:t>
          </a:r>
          <a:r>
            <a:rPr lang="en-US" sz="1600" kern="1200" dirty="0"/>
            <a:t> &amp; </a:t>
          </a:r>
          <a:r>
            <a:rPr lang="en-IN" sz="1600" kern="1200" dirty="0"/>
            <a:t>Denton</a:t>
          </a:r>
          <a:r>
            <a:rPr lang="en-US" sz="1600" kern="1200" dirty="0"/>
            <a:t> </a:t>
          </a:r>
        </a:p>
      </dsp:txBody>
      <dsp:txXfrm>
        <a:off x="6801885" y="2421639"/>
        <a:ext cx="2084133" cy="646738"/>
      </dsp:txXfrm>
    </dsp:sp>
    <dsp:sp modelId="{1C070834-37E3-4F94-9EE4-B35CFF3F9D97}">
      <dsp:nvSpPr>
        <dsp:cNvPr id="0" name=""/>
        <dsp:cNvSpPr/>
      </dsp:nvSpPr>
      <dsp:spPr>
        <a:xfrm rot="21183865">
          <a:off x="5866800" y="3978782"/>
          <a:ext cx="985098" cy="34324"/>
        </a:xfrm>
        <a:custGeom>
          <a:avLst/>
          <a:gdLst/>
          <a:ahLst/>
          <a:cxnLst/>
          <a:rect l="0" t="0" r="0" b="0"/>
          <a:pathLst>
            <a:path>
              <a:moveTo>
                <a:pt x="0" y="17162"/>
              </a:moveTo>
              <a:lnTo>
                <a:pt x="985098" y="17162"/>
              </a:lnTo>
            </a:path>
          </a:pathLst>
        </a:custGeom>
        <a:noFill/>
        <a:ln w="1143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6334722" y="3971317"/>
        <a:ext cx="49254" cy="49254"/>
      </dsp:txXfrm>
    </dsp:sp>
    <dsp:sp modelId="{54EB5938-4E22-436F-BD0A-086E5ECC6844}">
      <dsp:nvSpPr>
        <dsp:cNvPr id="0" name=""/>
        <dsp:cNvSpPr/>
      </dsp:nvSpPr>
      <dsp:spPr>
        <a:xfrm>
          <a:off x="6848294" y="3613368"/>
          <a:ext cx="2023499" cy="64619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74000"/>
              </a:schemeClr>
            </a:gs>
            <a:gs pos="49000">
              <a:schemeClr val="accent4">
                <a:hueOff val="0"/>
                <a:satOff val="0"/>
                <a:lumOff val="0"/>
                <a:alphaOff val="0"/>
                <a:tint val="96000"/>
                <a:shade val="84000"/>
                <a:satMod val="110000"/>
              </a:schemeClr>
            </a:gs>
            <a:gs pos="49100">
              <a:schemeClr val="accent4">
                <a:hueOff val="0"/>
                <a:satOff val="0"/>
                <a:lumOff val="0"/>
                <a:alphaOff val="0"/>
                <a:shade val="55000"/>
                <a:satMod val="150000"/>
              </a:schemeClr>
            </a:gs>
            <a:gs pos="92000">
              <a:schemeClr val="accent4">
                <a:hueOff val="0"/>
                <a:satOff val="0"/>
                <a:lumOff val="0"/>
                <a:alphaOff val="0"/>
                <a:tint val="98000"/>
                <a:shade val="90000"/>
                <a:satMod val="128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90000"/>
                <a:shade val="97000"/>
                <a:satMod val="128000"/>
              </a:schemeClr>
            </a:gs>
          </a:gsLst>
          <a:lin ang="5400000" scaled="1"/>
        </a:gradFill>
        <a:ln>
          <a:noFill/>
        </a:ln>
        <a:effectLst>
          <a:outerShdw blurRad="39000" dist="25400" dir="5400000" rotWithShape="0">
            <a:schemeClr val="accent4"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solidFill>
                <a:schemeClr val="tx1"/>
              </a:solidFill>
            </a:rPr>
            <a:t>Younus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solidFill>
                <a:schemeClr val="bg1"/>
              </a:solidFill>
            </a:rPr>
            <a:t>Ellis</a:t>
          </a:r>
          <a:r>
            <a:rPr lang="en-IN" sz="2100" kern="1200" dirty="0">
              <a:solidFill>
                <a:schemeClr val="bg1"/>
              </a:solidFill>
            </a:rPr>
            <a:t> </a:t>
          </a:r>
          <a:r>
            <a:rPr lang="en-IN" sz="1600" kern="1200" dirty="0">
              <a:solidFill>
                <a:schemeClr val="bg1"/>
              </a:solidFill>
            </a:rPr>
            <a:t>&amp;</a:t>
          </a:r>
          <a:r>
            <a:rPr lang="en-IN" sz="2100" kern="1200" dirty="0">
              <a:solidFill>
                <a:schemeClr val="bg1"/>
              </a:solidFill>
            </a:rPr>
            <a:t> </a:t>
          </a:r>
          <a:r>
            <a:rPr lang="en-IN" sz="1600" kern="1200" dirty="0">
              <a:solidFill>
                <a:schemeClr val="bg1"/>
              </a:solidFill>
            </a:rPr>
            <a:t>FBCAD</a:t>
          </a:r>
          <a:endParaRPr lang="en-US" sz="1600" kern="1200" dirty="0">
            <a:solidFill>
              <a:schemeClr val="bg1"/>
            </a:solidFill>
          </a:endParaRPr>
        </a:p>
      </dsp:txBody>
      <dsp:txXfrm>
        <a:off x="6867220" y="3632294"/>
        <a:ext cx="1985647" cy="60834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8A2109-F428-4F7D-945C-E6903B683C96}">
      <dsp:nvSpPr>
        <dsp:cNvPr id="0" name=""/>
        <dsp:cNvSpPr/>
      </dsp:nvSpPr>
      <dsp:spPr>
        <a:xfrm>
          <a:off x="45224" y="2477025"/>
          <a:ext cx="2426603" cy="121330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74000"/>
              </a:schemeClr>
            </a:gs>
            <a:gs pos="49000">
              <a:schemeClr val="accent4">
                <a:hueOff val="0"/>
                <a:satOff val="0"/>
                <a:lumOff val="0"/>
                <a:alphaOff val="0"/>
                <a:tint val="96000"/>
                <a:shade val="84000"/>
                <a:satMod val="110000"/>
              </a:schemeClr>
            </a:gs>
            <a:gs pos="49100">
              <a:schemeClr val="accent4">
                <a:hueOff val="0"/>
                <a:satOff val="0"/>
                <a:lumOff val="0"/>
                <a:alphaOff val="0"/>
                <a:shade val="55000"/>
                <a:satMod val="150000"/>
              </a:schemeClr>
            </a:gs>
            <a:gs pos="92000">
              <a:schemeClr val="accent4">
                <a:hueOff val="0"/>
                <a:satOff val="0"/>
                <a:lumOff val="0"/>
                <a:alphaOff val="0"/>
                <a:tint val="98000"/>
                <a:shade val="90000"/>
                <a:satMod val="128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90000"/>
                <a:shade val="97000"/>
                <a:satMod val="128000"/>
              </a:schemeClr>
            </a:gs>
          </a:gsLst>
          <a:lin ang="5400000" scaled="1"/>
        </a:gradFill>
        <a:ln>
          <a:noFill/>
        </a:ln>
        <a:effectLst>
          <a:outerShdw blurRad="39000" dist="25400" dir="5400000" rotWithShape="0">
            <a:schemeClr val="accent4"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1"/>
              </a:solidFill>
            </a:rPr>
            <a:t>Deepika</a:t>
          </a:r>
        </a:p>
      </dsp:txBody>
      <dsp:txXfrm>
        <a:off x="80760" y="2512561"/>
        <a:ext cx="2355531" cy="1142229"/>
      </dsp:txXfrm>
    </dsp:sp>
    <dsp:sp modelId="{8B18BD45-F21B-4D9A-BA58-69BF1522C739}">
      <dsp:nvSpPr>
        <dsp:cNvPr id="0" name=""/>
        <dsp:cNvSpPr/>
      </dsp:nvSpPr>
      <dsp:spPr>
        <a:xfrm rot="18899565">
          <a:off x="2270714" y="2581087"/>
          <a:ext cx="1372867" cy="34290"/>
        </a:xfrm>
        <a:custGeom>
          <a:avLst/>
          <a:gdLst/>
          <a:ahLst/>
          <a:cxnLst/>
          <a:rect l="0" t="0" r="0" b="0"/>
          <a:pathLst>
            <a:path>
              <a:moveTo>
                <a:pt x="0" y="17145"/>
              </a:moveTo>
              <a:lnTo>
                <a:pt x="1372867" y="17145"/>
              </a:lnTo>
            </a:path>
          </a:pathLst>
        </a:custGeom>
        <a:noFill/>
        <a:ln w="11430" cap="flat" cmpd="sng" algn="ctr">
          <a:solidFill>
            <a:schemeClr val="accent4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2922826" y="2563911"/>
        <a:ext cx="68643" cy="68643"/>
      </dsp:txXfrm>
    </dsp:sp>
    <dsp:sp modelId="{7521F1BB-48DD-408F-BE0A-667587F71191}">
      <dsp:nvSpPr>
        <dsp:cNvPr id="0" name=""/>
        <dsp:cNvSpPr/>
      </dsp:nvSpPr>
      <dsp:spPr>
        <a:xfrm>
          <a:off x="3442468" y="1506138"/>
          <a:ext cx="2426603" cy="121330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74000"/>
              </a:schemeClr>
            </a:gs>
            <a:gs pos="49000">
              <a:schemeClr val="accent4">
                <a:hueOff val="0"/>
                <a:satOff val="0"/>
                <a:lumOff val="0"/>
                <a:alphaOff val="0"/>
                <a:tint val="96000"/>
                <a:shade val="84000"/>
                <a:satMod val="110000"/>
              </a:schemeClr>
            </a:gs>
            <a:gs pos="49100">
              <a:schemeClr val="accent4">
                <a:hueOff val="0"/>
                <a:satOff val="0"/>
                <a:lumOff val="0"/>
                <a:alphaOff val="0"/>
                <a:shade val="55000"/>
                <a:satMod val="150000"/>
              </a:schemeClr>
            </a:gs>
            <a:gs pos="92000">
              <a:schemeClr val="accent4">
                <a:hueOff val="0"/>
                <a:satOff val="0"/>
                <a:lumOff val="0"/>
                <a:alphaOff val="0"/>
                <a:tint val="98000"/>
                <a:shade val="90000"/>
                <a:satMod val="128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90000"/>
                <a:shade val="97000"/>
                <a:satMod val="128000"/>
              </a:schemeClr>
            </a:gs>
          </a:gsLst>
          <a:lin ang="5400000" scaled="1"/>
        </a:gradFill>
        <a:ln>
          <a:noFill/>
        </a:ln>
        <a:effectLst>
          <a:outerShdw blurRad="39000" dist="25400" dir="5400000" rotWithShape="0">
            <a:schemeClr val="accent4"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1"/>
              </a:solidFill>
            </a:rPr>
            <a:t>MLS</a:t>
          </a:r>
        </a:p>
      </dsp:txBody>
      <dsp:txXfrm>
        <a:off x="3478004" y="1541674"/>
        <a:ext cx="2355531" cy="1142229"/>
      </dsp:txXfrm>
    </dsp:sp>
    <dsp:sp modelId="{983DA2A2-82AC-410B-BF0F-8B6908A4E9E9}">
      <dsp:nvSpPr>
        <dsp:cNvPr id="0" name=""/>
        <dsp:cNvSpPr/>
      </dsp:nvSpPr>
      <dsp:spPr>
        <a:xfrm rot="17941990">
          <a:off x="5400460" y="1299572"/>
          <a:ext cx="1820967" cy="34290"/>
        </a:xfrm>
        <a:custGeom>
          <a:avLst/>
          <a:gdLst/>
          <a:ahLst/>
          <a:cxnLst/>
          <a:rect l="0" t="0" r="0" b="0"/>
          <a:pathLst>
            <a:path>
              <a:moveTo>
                <a:pt x="0" y="17145"/>
              </a:moveTo>
              <a:lnTo>
                <a:pt x="1820967" y="17145"/>
              </a:lnTo>
            </a:path>
          </a:pathLst>
        </a:custGeom>
        <a:noFill/>
        <a:ln w="1143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 dirty="0"/>
        </a:p>
      </dsp:txBody>
      <dsp:txXfrm>
        <a:off x="6265420" y="1271194"/>
        <a:ext cx="91048" cy="91048"/>
      </dsp:txXfrm>
    </dsp:sp>
    <dsp:sp modelId="{D50E8B60-6966-42FB-B73C-D72001A5FC79}">
      <dsp:nvSpPr>
        <dsp:cNvPr id="0" name=""/>
        <dsp:cNvSpPr/>
      </dsp:nvSpPr>
      <dsp:spPr>
        <a:xfrm>
          <a:off x="6752816" y="153920"/>
          <a:ext cx="2149776" cy="73345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74000"/>
              </a:schemeClr>
            </a:gs>
            <a:gs pos="49000">
              <a:schemeClr val="accent4">
                <a:hueOff val="0"/>
                <a:satOff val="0"/>
                <a:lumOff val="0"/>
                <a:alphaOff val="0"/>
                <a:tint val="96000"/>
                <a:shade val="84000"/>
                <a:satMod val="110000"/>
              </a:schemeClr>
            </a:gs>
            <a:gs pos="49100">
              <a:schemeClr val="accent4">
                <a:hueOff val="0"/>
                <a:satOff val="0"/>
                <a:lumOff val="0"/>
                <a:alphaOff val="0"/>
                <a:shade val="55000"/>
                <a:satMod val="150000"/>
              </a:schemeClr>
            </a:gs>
            <a:gs pos="92000">
              <a:schemeClr val="accent4">
                <a:hueOff val="0"/>
                <a:satOff val="0"/>
                <a:lumOff val="0"/>
                <a:alphaOff val="0"/>
                <a:tint val="98000"/>
                <a:shade val="90000"/>
                <a:satMod val="128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90000"/>
                <a:shade val="97000"/>
                <a:satMod val="128000"/>
              </a:schemeClr>
            </a:gs>
          </a:gsLst>
          <a:lin ang="5400000" scaled="1"/>
        </a:gradFill>
        <a:ln>
          <a:noFill/>
        </a:ln>
        <a:effectLst>
          <a:outerShdw blurRad="39000" dist="25400" dir="5400000" rotWithShape="0">
            <a:schemeClr val="accent4"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solidFill>
                <a:schemeClr val="tx1"/>
              </a:solidFill>
            </a:rPr>
            <a:t>Radhika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solidFill>
                <a:schemeClr val="bg1"/>
              </a:solidFill>
            </a:rPr>
            <a:t>Angelina &amp; Bowie</a:t>
          </a:r>
          <a:endParaRPr lang="en-US" sz="1600" kern="1200" dirty="0">
            <a:solidFill>
              <a:schemeClr val="bg1"/>
            </a:solidFill>
          </a:endParaRPr>
        </a:p>
      </dsp:txBody>
      <dsp:txXfrm>
        <a:off x="6774298" y="175402"/>
        <a:ext cx="2106812" cy="690488"/>
      </dsp:txXfrm>
    </dsp:sp>
    <dsp:sp modelId="{7CFC7FB8-813F-44B3-A62E-4B8BD52B8E94}">
      <dsp:nvSpPr>
        <dsp:cNvPr id="0" name=""/>
        <dsp:cNvSpPr/>
      </dsp:nvSpPr>
      <dsp:spPr>
        <a:xfrm rot="19673940">
          <a:off x="5786248" y="1807761"/>
          <a:ext cx="1083461" cy="34290"/>
        </a:xfrm>
        <a:custGeom>
          <a:avLst/>
          <a:gdLst/>
          <a:ahLst/>
          <a:cxnLst/>
          <a:rect l="0" t="0" r="0" b="0"/>
          <a:pathLst>
            <a:path>
              <a:moveTo>
                <a:pt x="0" y="17145"/>
              </a:moveTo>
              <a:lnTo>
                <a:pt x="1083461" y="17145"/>
              </a:lnTo>
            </a:path>
          </a:pathLst>
        </a:custGeom>
        <a:noFill/>
        <a:ln w="1143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6300892" y="1797820"/>
        <a:ext cx="54173" cy="54173"/>
      </dsp:txXfrm>
    </dsp:sp>
    <dsp:sp modelId="{491F8957-8121-4213-9A9A-393C24798F43}">
      <dsp:nvSpPr>
        <dsp:cNvPr id="0" name=""/>
        <dsp:cNvSpPr/>
      </dsp:nvSpPr>
      <dsp:spPr>
        <a:xfrm>
          <a:off x="6786886" y="1215632"/>
          <a:ext cx="2081637" cy="64278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74000"/>
              </a:schemeClr>
            </a:gs>
            <a:gs pos="49000">
              <a:schemeClr val="accent4">
                <a:hueOff val="0"/>
                <a:satOff val="0"/>
                <a:lumOff val="0"/>
                <a:alphaOff val="0"/>
                <a:tint val="96000"/>
                <a:shade val="84000"/>
                <a:satMod val="110000"/>
              </a:schemeClr>
            </a:gs>
            <a:gs pos="49100">
              <a:schemeClr val="accent4">
                <a:hueOff val="0"/>
                <a:satOff val="0"/>
                <a:lumOff val="0"/>
                <a:alphaOff val="0"/>
                <a:shade val="55000"/>
                <a:satMod val="150000"/>
              </a:schemeClr>
            </a:gs>
            <a:gs pos="92000">
              <a:schemeClr val="accent4">
                <a:hueOff val="0"/>
                <a:satOff val="0"/>
                <a:lumOff val="0"/>
                <a:alphaOff val="0"/>
                <a:tint val="98000"/>
                <a:shade val="90000"/>
                <a:satMod val="128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90000"/>
                <a:shade val="97000"/>
                <a:satMod val="128000"/>
              </a:schemeClr>
            </a:gs>
          </a:gsLst>
          <a:lin ang="5400000" scaled="1"/>
        </a:gradFill>
        <a:ln>
          <a:noFill/>
        </a:ln>
        <a:effectLst>
          <a:outerShdw blurRad="39000" dist="25400" dir="5400000" rotWithShape="0">
            <a:schemeClr val="accent4"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solidFill>
                <a:schemeClr val="tx1"/>
              </a:solidFill>
            </a:rPr>
            <a:t>Dinesh</a:t>
          </a:r>
          <a:endParaRPr lang="en-US" sz="1800" kern="1200" dirty="0">
            <a:solidFill>
              <a:schemeClr val="tx1"/>
            </a:solidFill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Resi-Core  &amp;</a:t>
          </a:r>
          <a:r>
            <a:rPr lang="en-US" sz="1600" kern="1200" dirty="0"/>
            <a:t> </a:t>
          </a:r>
          <a:r>
            <a:rPr lang="en-IN" sz="1600" kern="1200" dirty="0"/>
            <a:t>Noncore</a:t>
          </a:r>
          <a:endParaRPr lang="en-US" sz="1600" kern="1200" dirty="0"/>
        </a:p>
      </dsp:txBody>
      <dsp:txXfrm>
        <a:off x="6805712" y="1234458"/>
        <a:ext cx="2043985" cy="605130"/>
      </dsp:txXfrm>
    </dsp:sp>
    <dsp:sp modelId="{06365586-90B3-4BB0-80F1-07D8E4B1A59E}">
      <dsp:nvSpPr>
        <dsp:cNvPr id="0" name=""/>
        <dsp:cNvSpPr/>
      </dsp:nvSpPr>
      <dsp:spPr>
        <a:xfrm rot="2700435">
          <a:off x="2270714" y="3551974"/>
          <a:ext cx="1372867" cy="34290"/>
        </a:xfrm>
        <a:custGeom>
          <a:avLst/>
          <a:gdLst/>
          <a:ahLst/>
          <a:cxnLst/>
          <a:rect l="0" t="0" r="0" b="0"/>
          <a:pathLst>
            <a:path>
              <a:moveTo>
                <a:pt x="0" y="17145"/>
              </a:moveTo>
              <a:lnTo>
                <a:pt x="1372867" y="17145"/>
              </a:lnTo>
            </a:path>
          </a:pathLst>
        </a:custGeom>
        <a:noFill/>
        <a:ln w="11430" cap="flat" cmpd="sng" algn="ctr">
          <a:solidFill>
            <a:schemeClr val="accent4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2922826" y="3534798"/>
        <a:ext cx="68643" cy="68643"/>
      </dsp:txXfrm>
    </dsp:sp>
    <dsp:sp modelId="{75C560BF-5E17-480E-A76D-AB4B3C642540}">
      <dsp:nvSpPr>
        <dsp:cNvPr id="0" name=""/>
        <dsp:cNvSpPr/>
      </dsp:nvSpPr>
      <dsp:spPr>
        <a:xfrm>
          <a:off x="3442468" y="3447912"/>
          <a:ext cx="2426603" cy="121330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74000"/>
              </a:schemeClr>
            </a:gs>
            <a:gs pos="49000">
              <a:schemeClr val="accent4">
                <a:hueOff val="0"/>
                <a:satOff val="0"/>
                <a:lumOff val="0"/>
                <a:alphaOff val="0"/>
                <a:tint val="96000"/>
                <a:shade val="84000"/>
                <a:satMod val="110000"/>
              </a:schemeClr>
            </a:gs>
            <a:gs pos="49100">
              <a:schemeClr val="accent4">
                <a:hueOff val="0"/>
                <a:satOff val="0"/>
                <a:lumOff val="0"/>
                <a:alphaOff val="0"/>
                <a:shade val="55000"/>
                <a:satMod val="150000"/>
              </a:schemeClr>
            </a:gs>
            <a:gs pos="92000">
              <a:schemeClr val="accent4">
                <a:hueOff val="0"/>
                <a:satOff val="0"/>
                <a:lumOff val="0"/>
                <a:alphaOff val="0"/>
                <a:tint val="98000"/>
                <a:shade val="90000"/>
                <a:satMod val="128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90000"/>
                <a:shade val="97000"/>
                <a:satMod val="128000"/>
              </a:schemeClr>
            </a:gs>
          </a:gsLst>
          <a:lin ang="5400000" scaled="1"/>
        </a:gradFill>
        <a:ln>
          <a:noFill/>
        </a:ln>
        <a:effectLst>
          <a:outerShdw blurRad="39000" dist="25400" dir="5400000" rotWithShape="0">
            <a:schemeClr val="accent4"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1"/>
              </a:solidFill>
            </a:rPr>
            <a:t>HB</a:t>
          </a:r>
        </a:p>
      </dsp:txBody>
      <dsp:txXfrm>
        <a:off x="3478004" y="3483448"/>
        <a:ext cx="2355531" cy="1142229"/>
      </dsp:txXfrm>
    </dsp:sp>
    <dsp:sp modelId="{B2B107D5-11FB-41BA-A20C-4FE2CBAE2DD2}">
      <dsp:nvSpPr>
        <dsp:cNvPr id="0" name=""/>
        <dsp:cNvSpPr/>
      </dsp:nvSpPr>
      <dsp:spPr>
        <a:xfrm rot="20616896">
          <a:off x="5850919" y="3911331"/>
          <a:ext cx="893939" cy="34290"/>
        </a:xfrm>
        <a:custGeom>
          <a:avLst/>
          <a:gdLst/>
          <a:ahLst/>
          <a:cxnLst/>
          <a:rect l="0" t="0" r="0" b="0"/>
          <a:pathLst>
            <a:path>
              <a:moveTo>
                <a:pt x="0" y="17145"/>
              </a:moveTo>
              <a:lnTo>
                <a:pt x="893939" y="17145"/>
              </a:lnTo>
            </a:path>
          </a:pathLst>
        </a:custGeom>
        <a:noFill/>
        <a:ln w="1143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6275540" y="3906128"/>
        <a:ext cx="44696" cy="44696"/>
      </dsp:txXfrm>
    </dsp:sp>
    <dsp:sp modelId="{DB1E16E2-90E4-4D66-8122-90CA54729BF1}">
      <dsp:nvSpPr>
        <dsp:cNvPr id="0" name=""/>
        <dsp:cNvSpPr/>
      </dsp:nvSpPr>
      <dsp:spPr>
        <a:xfrm>
          <a:off x="6726706" y="3325575"/>
          <a:ext cx="2122282" cy="95363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74000"/>
              </a:schemeClr>
            </a:gs>
            <a:gs pos="49000">
              <a:schemeClr val="accent4">
                <a:hueOff val="0"/>
                <a:satOff val="0"/>
                <a:lumOff val="0"/>
                <a:alphaOff val="0"/>
                <a:tint val="96000"/>
                <a:shade val="84000"/>
                <a:satMod val="110000"/>
              </a:schemeClr>
            </a:gs>
            <a:gs pos="49100">
              <a:schemeClr val="accent4">
                <a:hueOff val="0"/>
                <a:satOff val="0"/>
                <a:lumOff val="0"/>
                <a:alphaOff val="0"/>
                <a:shade val="55000"/>
                <a:satMod val="150000"/>
              </a:schemeClr>
            </a:gs>
            <a:gs pos="92000">
              <a:schemeClr val="accent4">
                <a:hueOff val="0"/>
                <a:satOff val="0"/>
                <a:lumOff val="0"/>
                <a:alphaOff val="0"/>
                <a:tint val="98000"/>
                <a:shade val="90000"/>
                <a:satMod val="128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90000"/>
                <a:shade val="97000"/>
                <a:satMod val="128000"/>
              </a:schemeClr>
            </a:gs>
          </a:gsLst>
          <a:lin ang="5400000" scaled="1"/>
        </a:gradFill>
        <a:ln>
          <a:noFill/>
        </a:ln>
        <a:effectLst>
          <a:outerShdw blurRad="39000" dist="25400" dir="5400000" rotWithShape="0">
            <a:schemeClr val="accent4"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solidFill>
                <a:schemeClr val="tx1"/>
              </a:solidFill>
            </a:rPr>
            <a:t>Kavya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bg1"/>
              </a:solidFill>
            </a:rPr>
            <a:t>Williamson</a:t>
          </a:r>
          <a:r>
            <a:rPr lang="en-IN" sz="1600" kern="1200" dirty="0">
              <a:solidFill>
                <a:schemeClr val="bg1"/>
              </a:solidFill>
            </a:rPr>
            <a:t> &amp; Cluster Folders</a:t>
          </a:r>
          <a:endParaRPr lang="en-US" sz="1600" kern="1200" dirty="0"/>
        </a:p>
      </dsp:txBody>
      <dsp:txXfrm>
        <a:off x="6754637" y="3353506"/>
        <a:ext cx="2066420" cy="897768"/>
      </dsp:txXfrm>
    </dsp:sp>
    <dsp:sp modelId="{1C070834-37E3-4F94-9EE4-B35CFF3F9D97}">
      <dsp:nvSpPr>
        <dsp:cNvPr id="0" name=""/>
        <dsp:cNvSpPr/>
      </dsp:nvSpPr>
      <dsp:spPr>
        <a:xfrm rot="2941698">
          <a:off x="5595641" y="4637013"/>
          <a:ext cx="1588261" cy="34290"/>
        </a:xfrm>
        <a:custGeom>
          <a:avLst/>
          <a:gdLst/>
          <a:ahLst/>
          <a:cxnLst/>
          <a:rect l="0" t="0" r="0" b="0"/>
          <a:pathLst>
            <a:path>
              <a:moveTo>
                <a:pt x="0" y="17145"/>
              </a:moveTo>
              <a:lnTo>
                <a:pt x="1588261" y="17145"/>
              </a:lnTo>
            </a:path>
          </a:pathLst>
        </a:custGeom>
        <a:noFill/>
        <a:ln w="1143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6350066" y="4614452"/>
        <a:ext cx="79413" cy="79413"/>
      </dsp:txXfrm>
    </dsp:sp>
    <dsp:sp modelId="{54EB5938-4E22-436F-BD0A-086E5ECC6844}">
      <dsp:nvSpPr>
        <dsp:cNvPr id="0" name=""/>
        <dsp:cNvSpPr/>
      </dsp:nvSpPr>
      <dsp:spPr>
        <a:xfrm>
          <a:off x="6910473" y="4840904"/>
          <a:ext cx="1893405" cy="82570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74000"/>
              </a:schemeClr>
            </a:gs>
            <a:gs pos="49000">
              <a:schemeClr val="accent4">
                <a:hueOff val="0"/>
                <a:satOff val="0"/>
                <a:lumOff val="0"/>
                <a:alphaOff val="0"/>
                <a:tint val="96000"/>
                <a:shade val="84000"/>
                <a:satMod val="110000"/>
              </a:schemeClr>
            </a:gs>
            <a:gs pos="49100">
              <a:schemeClr val="accent4">
                <a:hueOff val="0"/>
                <a:satOff val="0"/>
                <a:lumOff val="0"/>
                <a:alphaOff val="0"/>
                <a:shade val="55000"/>
                <a:satMod val="150000"/>
              </a:schemeClr>
            </a:gs>
            <a:gs pos="92000">
              <a:schemeClr val="accent4">
                <a:hueOff val="0"/>
                <a:satOff val="0"/>
                <a:lumOff val="0"/>
                <a:alphaOff val="0"/>
                <a:tint val="98000"/>
                <a:shade val="90000"/>
                <a:satMod val="128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90000"/>
                <a:shade val="97000"/>
                <a:satMod val="128000"/>
              </a:schemeClr>
            </a:gs>
          </a:gsLst>
          <a:lin ang="5400000" scaled="1"/>
        </a:gradFill>
        <a:ln>
          <a:noFill/>
        </a:ln>
        <a:effectLst>
          <a:outerShdw blurRad="39000" dist="25400" dir="5400000" rotWithShape="0">
            <a:schemeClr val="accent4"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solidFill>
                <a:schemeClr val="tx1"/>
              </a:solidFill>
            </a:rPr>
            <a:t>Radhika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solidFill>
                <a:schemeClr val="bg1"/>
              </a:solidFill>
            </a:rPr>
            <a:t>Jefferson &amp; Lubbock</a:t>
          </a:r>
          <a:endParaRPr lang="en-US" sz="1600" kern="1200" dirty="0">
            <a:solidFill>
              <a:schemeClr val="bg1"/>
            </a:solidFill>
          </a:endParaRPr>
        </a:p>
      </dsp:txBody>
      <dsp:txXfrm>
        <a:off x="6934657" y="4865088"/>
        <a:ext cx="1845037" cy="77733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8A2109-F428-4F7D-945C-E6903B683C96}">
      <dsp:nvSpPr>
        <dsp:cNvPr id="0" name=""/>
        <dsp:cNvSpPr/>
      </dsp:nvSpPr>
      <dsp:spPr>
        <a:xfrm>
          <a:off x="314628" y="2589400"/>
          <a:ext cx="2234376" cy="123576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74000"/>
              </a:schemeClr>
            </a:gs>
            <a:gs pos="49000">
              <a:schemeClr val="accent4">
                <a:hueOff val="0"/>
                <a:satOff val="0"/>
                <a:lumOff val="0"/>
                <a:alphaOff val="0"/>
                <a:tint val="96000"/>
                <a:shade val="84000"/>
                <a:satMod val="110000"/>
              </a:schemeClr>
            </a:gs>
            <a:gs pos="49100">
              <a:schemeClr val="accent4">
                <a:hueOff val="0"/>
                <a:satOff val="0"/>
                <a:lumOff val="0"/>
                <a:alphaOff val="0"/>
                <a:shade val="55000"/>
                <a:satMod val="150000"/>
              </a:schemeClr>
            </a:gs>
            <a:gs pos="92000">
              <a:schemeClr val="accent4">
                <a:hueOff val="0"/>
                <a:satOff val="0"/>
                <a:lumOff val="0"/>
                <a:alphaOff val="0"/>
                <a:tint val="98000"/>
                <a:shade val="90000"/>
                <a:satMod val="128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90000"/>
                <a:shade val="97000"/>
                <a:satMod val="128000"/>
              </a:schemeClr>
            </a:gs>
          </a:gsLst>
          <a:lin ang="5400000" scaled="1"/>
        </a:gradFill>
        <a:ln>
          <a:noFill/>
        </a:ln>
        <a:effectLst>
          <a:outerShdw blurRad="39000" dist="25400" dir="5400000" rotWithShape="0">
            <a:schemeClr val="accent4"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schemeClr val="tx1"/>
              </a:solidFill>
            </a:rPr>
            <a:t>Ravi</a:t>
          </a:r>
        </a:p>
      </dsp:txBody>
      <dsp:txXfrm>
        <a:off x="350822" y="2625594"/>
        <a:ext cx="2161988" cy="1163381"/>
      </dsp:txXfrm>
    </dsp:sp>
    <dsp:sp modelId="{8B18BD45-F21B-4D9A-BA58-69BF1522C739}">
      <dsp:nvSpPr>
        <dsp:cNvPr id="0" name=""/>
        <dsp:cNvSpPr/>
      </dsp:nvSpPr>
      <dsp:spPr>
        <a:xfrm rot="19888602">
          <a:off x="2426421" y="2696678"/>
          <a:ext cx="2019876" cy="56689"/>
        </a:xfrm>
        <a:custGeom>
          <a:avLst/>
          <a:gdLst/>
          <a:ahLst/>
          <a:cxnLst/>
          <a:rect l="0" t="0" r="0" b="0"/>
          <a:pathLst>
            <a:path>
              <a:moveTo>
                <a:pt x="0" y="28344"/>
              </a:moveTo>
              <a:lnTo>
                <a:pt x="2019876" y="28344"/>
              </a:lnTo>
            </a:path>
          </a:pathLst>
        </a:custGeom>
        <a:noFill/>
        <a:ln w="11430" cap="flat" cmpd="sng" algn="ctr">
          <a:solidFill>
            <a:schemeClr val="accent4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3385862" y="2674526"/>
        <a:ext cx="100993" cy="100993"/>
      </dsp:txXfrm>
    </dsp:sp>
    <dsp:sp modelId="{7521F1BB-48DD-408F-BE0A-667587F71191}">
      <dsp:nvSpPr>
        <dsp:cNvPr id="0" name=""/>
        <dsp:cNvSpPr/>
      </dsp:nvSpPr>
      <dsp:spPr>
        <a:xfrm>
          <a:off x="4323714" y="1731123"/>
          <a:ext cx="1758318" cy="10232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74000"/>
              </a:schemeClr>
            </a:gs>
            <a:gs pos="49000">
              <a:schemeClr val="accent4">
                <a:hueOff val="0"/>
                <a:satOff val="0"/>
                <a:lumOff val="0"/>
                <a:alphaOff val="0"/>
                <a:tint val="96000"/>
                <a:shade val="84000"/>
                <a:satMod val="110000"/>
              </a:schemeClr>
            </a:gs>
            <a:gs pos="49100">
              <a:schemeClr val="accent4">
                <a:hueOff val="0"/>
                <a:satOff val="0"/>
                <a:lumOff val="0"/>
                <a:alphaOff val="0"/>
                <a:shade val="55000"/>
                <a:satMod val="150000"/>
              </a:schemeClr>
            </a:gs>
            <a:gs pos="92000">
              <a:schemeClr val="accent4">
                <a:hueOff val="0"/>
                <a:satOff val="0"/>
                <a:lumOff val="0"/>
                <a:alphaOff val="0"/>
                <a:tint val="98000"/>
                <a:shade val="90000"/>
                <a:satMod val="128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90000"/>
                <a:shade val="97000"/>
                <a:satMod val="128000"/>
              </a:schemeClr>
            </a:gs>
          </a:gsLst>
          <a:lin ang="5400000" scaled="1"/>
        </a:gradFill>
        <a:ln>
          <a:noFill/>
        </a:ln>
        <a:effectLst>
          <a:outerShdw blurRad="39000" dist="25400" dir="5400000" rotWithShape="0">
            <a:schemeClr val="accent4"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1"/>
              </a:solidFill>
            </a:rPr>
            <a:t>MLS</a:t>
          </a:r>
        </a:p>
      </dsp:txBody>
      <dsp:txXfrm>
        <a:off x="4353685" y="1761094"/>
        <a:ext cx="1698376" cy="963335"/>
      </dsp:txXfrm>
    </dsp:sp>
    <dsp:sp modelId="{983DA2A2-82AC-410B-BF0F-8B6908A4E9E9}">
      <dsp:nvSpPr>
        <dsp:cNvPr id="0" name=""/>
        <dsp:cNvSpPr/>
      </dsp:nvSpPr>
      <dsp:spPr>
        <a:xfrm rot="18773228">
          <a:off x="5685162" y="1304131"/>
          <a:ext cx="2484757" cy="56689"/>
        </a:xfrm>
        <a:custGeom>
          <a:avLst/>
          <a:gdLst/>
          <a:ahLst/>
          <a:cxnLst/>
          <a:rect l="0" t="0" r="0" b="0"/>
          <a:pathLst>
            <a:path>
              <a:moveTo>
                <a:pt x="0" y="28344"/>
              </a:moveTo>
              <a:lnTo>
                <a:pt x="2484757" y="28344"/>
              </a:lnTo>
            </a:path>
          </a:pathLst>
        </a:custGeom>
        <a:noFill/>
        <a:ln w="1143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 dirty="0"/>
        </a:p>
      </dsp:txBody>
      <dsp:txXfrm>
        <a:off x="6865422" y="1270357"/>
        <a:ext cx="124237" cy="124237"/>
      </dsp:txXfrm>
    </dsp:sp>
    <dsp:sp modelId="{D50E8B60-6966-42FB-B73C-D72001A5FC79}">
      <dsp:nvSpPr>
        <dsp:cNvPr id="0" name=""/>
        <dsp:cNvSpPr/>
      </dsp:nvSpPr>
      <dsp:spPr>
        <a:xfrm>
          <a:off x="7773050" y="146630"/>
          <a:ext cx="2675256" cy="55112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74000"/>
              </a:schemeClr>
            </a:gs>
            <a:gs pos="49000">
              <a:schemeClr val="accent4">
                <a:hueOff val="0"/>
                <a:satOff val="0"/>
                <a:lumOff val="0"/>
                <a:alphaOff val="0"/>
                <a:tint val="96000"/>
                <a:shade val="84000"/>
                <a:satMod val="110000"/>
              </a:schemeClr>
            </a:gs>
            <a:gs pos="49100">
              <a:schemeClr val="accent4">
                <a:hueOff val="0"/>
                <a:satOff val="0"/>
                <a:lumOff val="0"/>
                <a:alphaOff val="0"/>
                <a:shade val="55000"/>
                <a:satMod val="150000"/>
              </a:schemeClr>
            </a:gs>
            <a:gs pos="92000">
              <a:schemeClr val="accent4">
                <a:hueOff val="0"/>
                <a:satOff val="0"/>
                <a:lumOff val="0"/>
                <a:alphaOff val="0"/>
                <a:tint val="98000"/>
                <a:shade val="90000"/>
                <a:satMod val="128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90000"/>
                <a:shade val="97000"/>
                <a:satMod val="128000"/>
              </a:schemeClr>
            </a:gs>
          </a:gsLst>
          <a:lin ang="5400000" scaled="1"/>
        </a:gradFill>
        <a:ln>
          <a:noFill/>
        </a:ln>
        <a:effectLst>
          <a:outerShdw blurRad="39000" dist="25400" dir="5400000" rotWithShape="0">
            <a:schemeClr val="accent4"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tx1"/>
              </a:solidFill>
            </a:rPr>
            <a:t>Rofina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Waco &amp; Corpus Christi</a:t>
          </a:r>
        </a:p>
      </dsp:txBody>
      <dsp:txXfrm>
        <a:off x="7789192" y="162772"/>
        <a:ext cx="2642972" cy="518836"/>
      </dsp:txXfrm>
    </dsp:sp>
    <dsp:sp modelId="{7CFC7FB8-813F-44B3-A62E-4B8BD52B8E94}">
      <dsp:nvSpPr>
        <dsp:cNvPr id="0" name=""/>
        <dsp:cNvSpPr/>
      </dsp:nvSpPr>
      <dsp:spPr>
        <a:xfrm rot="19686613">
          <a:off x="5928960" y="1678645"/>
          <a:ext cx="2028335" cy="56689"/>
        </a:xfrm>
        <a:custGeom>
          <a:avLst/>
          <a:gdLst/>
          <a:ahLst/>
          <a:cxnLst/>
          <a:rect l="0" t="0" r="0" b="0"/>
          <a:pathLst>
            <a:path>
              <a:moveTo>
                <a:pt x="0" y="28344"/>
              </a:moveTo>
              <a:lnTo>
                <a:pt x="2028335" y="28344"/>
              </a:lnTo>
            </a:path>
          </a:pathLst>
        </a:custGeom>
        <a:noFill/>
        <a:ln w="1143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6892419" y="1656281"/>
        <a:ext cx="101416" cy="101416"/>
      </dsp:txXfrm>
    </dsp:sp>
    <dsp:sp modelId="{491F8957-8121-4213-9A9A-393C24798F43}">
      <dsp:nvSpPr>
        <dsp:cNvPr id="0" name=""/>
        <dsp:cNvSpPr/>
      </dsp:nvSpPr>
      <dsp:spPr>
        <a:xfrm>
          <a:off x="7804223" y="853305"/>
          <a:ext cx="2701433" cy="63582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74000"/>
              </a:schemeClr>
            </a:gs>
            <a:gs pos="49000">
              <a:schemeClr val="accent4">
                <a:hueOff val="0"/>
                <a:satOff val="0"/>
                <a:lumOff val="0"/>
                <a:alphaOff val="0"/>
                <a:tint val="96000"/>
                <a:shade val="84000"/>
                <a:satMod val="110000"/>
              </a:schemeClr>
            </a:gs>
            <a:gs pos="49100">
              <a:schemeClr val="accent4">
                <a:hueOff val="0"/>
                <a:satOff val="0"/>
                <a:lumOff val="0"/>
                <a:alphaOff val="0"/>
                <a:shade val="55000"/>
                <a:satMod val="150000"/>
              </a:schemeClr>
            </a:gs>
            <a:gs pos="92000">
              <a:schemeClr val="accent4">
                <a:hueOff val="0"/>
                <a:satOff val="0"/>
                <a:lumOff val="0"/>
                <a:alphaOff val="0"/>
                <a:tint val="98000"/>
                <a:shade val="90000"/>
                <a:satMod val="128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90000"/>
                <a:shade val="97000"/>
                <a:satMod val="128000"/>
              </a:schemeClr>
            </a:gs>
          </a:gsLst>
          <a:lin ang="5400000" scaled="1"/>
        </a:gradFill>
        <a:ln>
          <a:noFill/>
        </a:ln>
        <a:effectLst>
          <a:outerShdw blurRad="39000" dist="25400" dir="5400000" rotWithShape="0">
            <a:schemeClr val="accent4"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tx1"/>
              </a:solidFill>
            </a:rPr>
            <a:t>Manowa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IL State</a:t>
          </a:r>
        </a:p>
      </dsp:txBody>
      <dsp:txXfrm>
        <a:off x="7822846" y="871928"/>
        <a:ext cx="2664187" cy="598578"/>
      </dsp:txXfrm>
    </dsp:sp>
    <dsp:sp modelId="{06365586-90B3-4BB0-80F1-07D8E4B1A59E}">
      <dsp:nvSpPr>
        <dsp:cNvPr id="0" name=""/>
        <dsp:cNvSpPr/>
      </dsp:nvSpPr>
      <dsp:spPr>
        <a:xfrm rot="1724552">
          <a:off x="2424309" y="3665609"/>
          <a:ext cx="2024100" cy="56689"/>
        </a:xfrm>
        <a:custGeom>
          <a:avLst/>
          <a:gdLst/>
          <a:ahLst/>
          <a:cxnLst/>
          <a:rect l="0" t="0" r="0" b="0"/>
          <a:pathLst>
            <a:path>
              <a:moveTo>
                <a:pt x="0" y="28344"/>
              </a:moveTo>
              <a:lnTo>
                <a:pt x="2024100" y="28344"/>
              </a:lnTo>
            </a:path>
          </a:pathLst>
        </a:custGeom>
        <a:noFill/>
        <a:ln w="11430" cap="flat" cmpd="sng" algn="ctr">
          <a:solidFill>
            <a:schemeClr val="accent4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/>
        </a:p>
      </dsp:txBody>
      <dsp:txXfrm>
        <a:off x="3385757" y="3643351"/>
        <a:ext cx="101205" cy="101205"/>
      </dsp:txXfrm>
    </dsp:sp>
    <dsp:sp modelId="{75C560BF-5E17-480E-A76D-AB4B3C642540}">
      <dsp:nvSpPr>
        <dsp:cNvPr id="0" name=""/>
        <dsp:cNvSpPr/>
      </dsp:nvSpPr>
      <dsp:spPr>
        <a:xfrm>
          <a:off x="4323714" y="3605235"/>
          <a:ext cx="1705757" cy="115077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74000"/>
              </a:schemeClr>
            </a:gs>
            <a:gs pos="49000">
              <a:schemeClr val="accent4">
                <a:hueOff val="0"/>
                <a:satOff val="0"/>
                <a:lumOff val="0"/>
                <a:alphaOff val="0"/>
                <a:tint val="96000"/>
                <a:shade val="84000"/>
                <a:satMod val="110000"/>
              </a:schemeClr>
            </a:gs>
            <a:gs pos="49100">
              <a:schemeClr val="accent4">
                <a:hueOff val="0"/>
                <a:satOff val="0"/>
                <a:lumOff val="0"/>
                <a:alphaOff val="0"/>
                <a:shade val="55000"/>
                <a:satMod val="150000"/>
              </a:schemeClr>
            </a:gs>
            <a:gs pos="92000">
              <a:schemeClr val="accent4">
                <a:hueOff val="0"/>
                <a:satOff val="0"/>
                <a:lumOff val="0"/>
                <a:alphaOff val="0"/>
                <a:tint val="98000"/>
                <a:shade val="90000"/>
                <a:satMod val="128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90000"/>
                <a:shade val="97000"/>
                <a:satMod val="128000"/>
              </a:schemeClr>
            </a:gs>
          </a:gsLst>
          <a:lin ang="5400000" scaled="1"/>
        </a:gradFill>
        <a:ln>
          <a:noFill/>
        </a:ln>
        <a:effectLst>
          <a:outerShdw blurRad="39000" dist="25400" dir="5400000" rotWithShape="0">
            <a:schemeClr val="accent4"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1"/>
              </a:solidFill>
            </a:rPr>
            <a:t>HB</a:t>
          </a:r>
        </a:p>
      </dsp:txBody>
      <dsp:txXfrm>
        <a:off x="4357419" y="3638940"/>
        <a:ext cx="1638347" cy="1083366"/>
      </dsp:txXfrm>
    </dsp:sp>
    <dsp:sp modelId="{B2B107D5-11FB-41BA-A20C-4FE2CBAE2DD2}">
      <dsp:nvSpPr>
        <dsp:cNvPr id="0" name=""/>
        <dsp:cNvSpPr/>
      </dsp:nvSpPr>
      <dsp:spPr>
        <a:xfrm rot="19513538">
          <a:off x="5833152" y="3525331"/>
          <a:ext cx="2198480" cy="56689"/>
        </a:xfrm>
        <a:custGeom>
          <a:avLst/>
          <a:gdLst/>
          <a:ahLst/>
          <a:cxnLst/>
          <a:rect l="0" t="0" r="0" b="0"/>
          <a:pathLst>
            <a:path>
              <a:moveTo>
                <a:pt x="0" y="28344"/>
              </a:moveTo>
              <a:lnTo>
                <a:pt x="2198480" y="28344"/>
              </a:lnTo>
            </a:path>
          </a:pathLst>
        </a:custGeom>
        <a:noFill/>
        <a:ln w="1143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 dirty="0"/>
        </a:p>
      </dsp:txBody>
      <dsp:txXfrm>
        <a:off x="6877430" y="3498714"/>
        <a:ext cx="109924" cy="109924"/>
      </dsp:txXfrm>
    </dsp:sp>
    <dsp:sp modelId="{DB1E16E2-90E4-4D66-8122-90CA54729BF1}">
      <dsp:nvSpPr>
        <dsp:cNvPr id="0" name=""/>
        <dsp:cNvSpPr/>
      </dsp:nvSpPr>
      <dsp:spPr>
        <a:xfrm>
          <a:off x="7835313" y="2542775"/>
          <a:ext cx="2660227" cy="76790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74000"/>
              </a:schemeClr>
            </a:gs>
            <a:gs pos="49000">
              <a:schemeClr val="accent4">
                <a:hueOff val="0"/>
                <a:satOff val="0"/>
                <a:lumOff val="0"/>
                <a:alphaOff val="0"/>
                <a:tint val="96000"/>
                <a:shade val="84000"/>
                <a:satMod val="110000"/>
              </a:schemeClr>
            </a:gs>
            <a:gs pos="49100">
              <a:schemeClr val="accent4">
                <a:hueOff val="0"/>
                <a:satOff val="0"/>
                <a:lumOff val="0"/>
                <a:alphaOff val="0"/>
                <a:shade val="55000"/>
                <a:satMod val="150000"/>
              </a:schemeClr>
            </a:gs>
            <a:gs pos="92000">
              <a:schemeClr val="accent4">
                <a:hueOff val="0"/>
                <a:satOff val="0"/>
                <a:lumOff val="0"/>
                <a:alphaOff val="0"/>
                <a:tint val="98000"/>
                <a:shade val="90000"/>
                <a:satMod val="128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90000"/>
                <a:shade val="97000"/>
                <a:satMod val="128000"/>
              </a:schemeClr>
            </a:gs>
          </a:gsLst>
          <a:lin ang="5400000" scaled="1"/>
        </a:gradFill>
        <a:ln>
          <a:noFill/>
        </a:ln>
        <a:effectLst>
          <a:outerShdw blurRad="39000" dist="25400" dir="5400000" rotWithShape="0">
            <a:schemeClr val="accent4"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tx1"/>
              </a:solidFill>
            </a:rPr>
            <a:t>Dinesh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Aransas</a:t>
          </a:r>
          <a:r>
            <a:rPr lang="en-US" sz="1600" kern="1200" dirty="0"/>
            <a:t> &amp; Bexar </a:t>
          </a:r>
        </a:p>
      </dsp:txBody>
      <dsp:txXfrm>
        <a:off x="7857804" y="2565266"/>
        <a:ext cx="2615245" cy="722924"/>
      </dsp:txXfrm>
    </dsp:sp>
    <dsp:sp modelId="{1C070834-37E3-4F94-9EE4-B35CFF3F9D97}">
      <dsp:nvSpPr>
        <dsp:cNvPr id="0" name=""/>
        <dsp:cNvSpPr/>
      </dsp:nvSpPr>
      <dsp:spPr>
        <a:xfrm rot="21317659">
          <a:off x="6026455" y="4078862"/>
          <a:ext cx="1789826" cy="56689"/>
        </a:xfrm>
        <a:custGeom>
          <a:avLst/>
          <a:gdLst/>
          <a:ahLst/>
          <a:cxnLst/>
          <a:rect l="0" t="0" r="0" b="0"/>
          <a:pathLst>
            <a:path>
              <a:moveTo>
                <a:pt x="0" y="28344"/>
              </a:moveTo>
              <a:lnTo>
                <a:pt x="1789826" y="28344"/>
              </a:lnTo>
            </a:path>
          </a:pathLst>
        </a:custGeom>
        <a:noFill/>
        <a:ln w="1143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 dirty="0"/>
        </a:p>
      </dsp:txBody>
      <dsp:txXfrm>
        <a:off x="6876623" y="4062461"/>
        <a:ext cx="89491" cy="89491"/>
      </dsp:txXfrm>
    </dsp:sp>
    <dsp:sp modelId="{54EB5938-4E22-436F-BD0A-086E5ECC6844}">
      <dsp:nvSpPr>
        <dsp:cNvPr id="0" name=""/>
        <dsp:cNvSpPr/>
      </dsp:nvSpPr>
      <dsp:spPr>
        <a:xfrm>
          <a:off x="7813265" y="3680648"/>
          <a:ext cx="2594619" cy="70628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74000"/>
              </a:schemeClr>
            </a:gs>
            <a:gs pos="49000">
              <a:schemeClr val="accent4">
                <a:hueOff val="0"/>
                <a:satOff val="0"/>
                <a:lumOff val="0"/>
                <a:alphaOff val="0"/>
                <a:tint val="96000"/>
                <a:shade val="84000"/>
                <a:satMod val="110000"/>
              </a:schemeClr>
            </a:gs>
            <a:gs pos="49100">
              <a:schemeClr val="accent4">
                <a:hueOff val="0"/>
                <a:satOff val="0"/>
                <a:lumOff val="0"/>
                <a:alphaOff val="0"/>
                <a:shade val="55000"/>
                <a:satMod val="150000"/>
              </a:schemeClr>
            </a:gs>
            <a:gs pos="92000">
              <a:schemeClr val="accent4">
                <a:hueOff val="0"/>
                <a:satOff val="0"/>
                <a:lumOff val="0"/>
                <a:alphaOff val="0"/>
                <a:tint val="98000"/>
                <a:shade val="90000"/>
                <a:satMod val="128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90000"/>
                <a:shade val="97000"/>
                <a:satMod val="128000"/>
              </a:schemeClr>
            </a:gs>
          </a:gsLst>
          <a:lin ang="5400000" scaled="1"/>
        </a:gradFill>
        <a:ln>
          <a:noFill/>
        </a:ln>
        <a:effectLst>
          <a:outerShdw blurRad="39000" dist="25400" dir="5400000" rotWithShape="0">
            <a:schemeClr val="accent4"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>
              <a:solidFill>
                <a:schemeClr val="tx1"/>
              </a:solidFill>
            </a:rPr>
            <a:t>Princy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     El Paso &amp; Webb	</a:t>
          </a:r>
          <a:endParaRPr lang="en-US" sz="1600" kern="1200" dirty="0"/>
        </a:p>
      </dsp:txBody>
      <dsp:txXfrm>
        <a:off x="7833951" y="3701334"/>
        <a:ext cx="2553247" cy="6649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5">
  <dgm:title val=""/>
  <dgm:desc val=""/>
  <dgm:catLst>
    <dgm:cat type="hierarchy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/>
    <dgm:presOf/>
    <dgm:shape xmlns:r="http://schemas.openxmlformats.org/officeDocument/2006/relationships" r:blip="">
      <dgm:adjLst/>
    </dgm:shape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/>
              <dgm:constr type="t" for="ch" forName="hierFlow" refType="h" fact="0.3"/>
              <dgm:constr type="r" for="ch" forName="hierFlow" refType="w" fact="0.98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 refType="h" fact="0.3"/>
              <dgm:constr type="r" for="ch" forName="hierFlow" refType="w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h" for="des" forName="level1Shape" refType="h"/>
          <dgm:constr type="w" for="des" forName="level1Shape" refType="h" refFor="des" refForName="level1Shape" fact="2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w" refFor="des" refForName="level1Shape" op="equ" fact="0.4"/>
          <dgm:constr type="sibSp" for="des" forName="hierChild1" refType="h" refFor="des" refForName="level1Shape" op="equ" fact="0.15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w" refFor="des" refForName="level1Shape" op="equ"/>
          <dgm:constr type="userB" for="des" refType="sp" refFor="des" op="equ"/>
          <dgm:constr type="w" for="des" forName="firstBuf" refType="w" refFor="des" refForName="level1Shape" fact="0.1"/>
        </dgm:constrLst>
      </dgm:else>
    </dgm:choose>
    <dgm:ruleLst/>
    <dgm:layoutNode name="hierFlow">
      <dgm:choose name="Name6">
        <dgm:if name="Name7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  <dgm:param type="fallback" val="2D"/>
          </dgm:alg>
        </dgm:if>
        <dgm:else name="Name8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  <dgm:param type="fallback" val="2D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ptType="node" op="equ" val="65"/>
        <dgm:constr type="primFontSz" for="des" forName="connTx" op="equ" val="55"/>
        <dgm:constr type="primFontSz" for="des" forName="connTx" refType="primFontSz" refFor="des" refPtType="node" op="lte" fact="0.8"/>
      </dgm:constrLst>
      <dgm:ruleLst/>
      <dgm:choose name="Name9">
        <dgm:if name="Name10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1"/>
      </dgm:choose>
      <dgm:layoutNode name="hierChild1">
        <dgm:varLst>
          <dgm:chPref val="1"/>
          <dgm:animOne val="branch"/>
          <dgm:animLvl val="lvl"/>
        </dgm:varLst>
        <dgm:choose name="Name12">
          <dgm:if name="Name13" func="var" arg="dir" op="equ" val="norm">
            <dgm:alg type="hierChild">
              <dgm:param type="linDir" val="fromT"/>
              <dgm:param type="chAlign" val="l"/>
            </dgm:alg>
          </dgm:if>
          <dgm:else name="Name14">
            <dgm:alg type="hierChild">
              <dgm:param type="linDir" val="fromT"/>
              <dgm:param type="ch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forEach name="Name15" axis="ch" cnt="3">
          <dgm:forEach name="Name16" axis="self" ptType="node">
            <dgm:layoutNode name="Name17">
              <dgm:choose name="Name18">
                <dgm:if name="Name19" func="var" arg="dir" op="equ" val="norm">
                  <dgm:alg type="hierRoot">
                    <dgm:param type="hierAlign" val="lCtrCh"/>
                  </dgm:alg>
                </dgm:if>
                <dgm:else name="Name20">
                  <dgm:alg type="hierRoot">
                    <dgm:param type="hierAlign" val="rCtrCh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tMarg" refType="primFontSz" fact="0.05"/>
                  <dgm:constr type="bMarg" refType="primFontSz" fact="0.05"/>
                  <dgm:constr type="lMarg" refType="primFontSz" fact="0.05"/>
                  <dgm:constr type="rMarg" refType="primFontSz" fact="0.05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21">
                  <dgm:if name="Name2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23">
                    <dgm:alg type="hierChild">
                      <dgm:param type="linDir" val="fromT"/>
                      <dgm:param type="ch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24" axis="self" ptType="parTrans" cnt="1">
                    <dgm:layoutNode name="Name25">
                      <dgm:choose name="Name26">
                        <dgm:if name="Name27" func="var" arg="dir" op="equ" val="norm">
                          <dgm:alg type="conn">
                            <dgm:param type="dim" val="1D"/>
                            <dgm:param type="begPts" val="midR"/>
                            <dgm:param type="endPts" val="midL"/>
                            <dgm:param type="endSty" val="noArr"/>
                          </dgm:alg>
                        </dgm:if>
                        <dgm:else name="Name28">
                          <dgm:alg type="conn">
                            <dgm:param type="dim" val="1D"/>
                            <dgm:param type="begPts" val="midL"/>
                            <dgm:param type="endPts" val="midR"/>
                            <dgm:param type="endSty" val="noArr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5"/>
                        <dgm:constr type="connDist"/>
                        <dgm:constr type="begPad"/>
                        <dgm:constr type="endPad"/>
                        <dgm:constr type="userA" for="ch" refType="connDist"/>
                      </dgm:constrLst>
                      <dgm:ruleLst/>
                      <dgm:layoutNode name="connTx">
                        <dgm:alg type="tx">
                          <dgm:param type="autoTxRot" val="grav"/>
                        </dgm:alg>
                        <dgm:shape xmlns:r="http://schemas.openxmlformats.org/officeDocument/2006/relationships" type="rect" r:blip="" hideGeom="1">
                          <dgm:adjLst/>
                        </dgm:shape>
                        <dgm:presOf axis="self"/>
                        <dgm:constrLst>
                          <dgm:constr type="userA"/>
                          <dgm:constr type="w" refType="userA" fact="0.05"/>
                          <dgm:constr type="h" refType="userA" fact="0.05"/>
                          <dgm:constr type="lMarg" val="1"/>
                          <dgm:constr type="rMarg" val="1"/>
                          <dgm:constr type="tMarg"/>
                          <dgm:constr type="bMarg"/>
                        </dgm:constrLst>
                        <dgm:ruleLst>
                          <dgm:rule type="h" val="NaN" fact="0.25" max="NaN"/>
                          <dgm:rule type="w" val="NaN" fact="0.8" max="NaN"/>
                          <dgm:rule type="primFontSz" val="5" fact="NaN" max="NaN"/>
                        </dgm:ruleLst>
                      </dgm:layoutNode>
                    </dgm:layoutNode>
                  </dgm:forEach>
                  <dgm:forEach name="Name29" axis="self" ptType="node">
                    <dgm:layoutNode name="Name30">
                      <dgm:choose name="Name31">
                        <dgm:if name="Name32" func="var" arg="dir" op="equ" val="norm">
                          <dgm:alg type="hierRoot">
                            <dgm:param type="hierAlign" val="lCtrCh"/>
                          </dgm:alg>
                        </dgm:if>
                        <dgm:else name="Name33">
                          <dgm:alg type="hierRoot">
                            <dgm:param type="hierAlign" val="rCtrCh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tMarg" refType="primFontSz" fact="0.05"/>
                          <dgm:constr type="bMarg" refType="primFontSz" fact="0.05"/>
                          <dgm:constr type="lMarg" refType="primFontSz" fact="0.05"/>
                          <dgm:constr type="rMarg" refType="primFontSz" fact="0.05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34">
                          <dgm:if name="Name35" func="var" arg="dir" op="equ" val="norm">
                            <dgm:alg type="hierChild">
                              <dgm:param type="linDir" val="fromT"/>
                              <dgm:param type="chAlign" val="l"/>
                            </dgm:alg>
                          </dgm:if>
                          <dgm:else name="Name36">
                            <dgm:alg type="hierChild">
                              <dgm:param type="linDir" val="fromT"/>
                              <dgm:param type="chAlign" val="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37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choose name="Name38">
        <dgm:if name="Name39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</dgm:alg>
        </dgm:if>
        <dgm:else name="Name40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rectComp" refType="w"/>
        <dgm:constr type="h" for="ch" forName="rectComp" refType="h"/>
        <dgm:constr type="h" for="des" forName="bgRect" refType="h"/>
        <dgm:constr type="primFontSz" for="des" forName="bgRectTx" op="equ" val="65"/>
      </dgm:constrLst>
      <dgm:ruleLst/>
      <dgm:forEach name="Name41" axis="ch" ptType="node" st="2">
        <dgm:layoutNode name="rectComp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userA"/>
            <dgm:constr type="l" for="ch" forName="bgRect"/>
            <dgm:constr type="t" for="ch" forName="bgRect"/>
            <dgm:constr type="w" for="ch" forName="bgRect" refType="userA" fact="1.2"/>
            <dgm:constr type="l" for="ch" forName="bgRectTx"/>
            <dgm:constr type="t" for="ch" forName="bgRectTx"/>
            <dgm:constr type="h" for="ch" forName="bgRectTx" refType="h" refFor="ch" refForName="bgRect" fact="0.3"/>
            <dgm:constr type="w" for="ch" forName="bgRectTx" refType="w" refFor="ch" refForName="bgRect" op="equ"/>
          </dgm:constrLst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shape xmlns:r="http://schemas.openxmlformats.org/officeDocument/2006/relationships" type="rect" r:blip="" zOrderOff="-999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</dgm:layoutNode>
        <dgm:choose name="Name42">
          <dgm:if name="Name43" axis="self" ptType="node" func="revPos" op="gte" val="2">
            <dgm:layoutNode name="spComp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hSp"/>
                <dgm:constr type="t" for="ch" forName="hSp"/>
                <dgm:constr type="w" for="ch" forName="hSp" refType="userB"/>
                <dgm:constr type="wOff" for="ch" forName="hSp" refType="userA" fact="-0.2"/>
              </dgm:constrLst>
              <dgm:ruleLst/>
              <dgm:layoutNode name="h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44"/>
        </dgm:choos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5">
  <dgm:title val=""/>
  <dgm:desc val=""/>
  <dgm:catLst>
    <dgm:cat type="hierarchy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/>
    <dgm:presOf/>
    <dgm:shape xmlns:r="http://schemas.openxmlformats.org/officeDocument/2006/relationships" r:blip="">
      <dgm:adjLst/>
    </dgm:shape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/>
              <dgm:constr type="t" for="ch" forName="hierFlow" refType="h" fact="0.3"/>
              <dgm:constr type="r" for="ch" forName="hierFlow" refType="w" fact="0.98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 refType="h" fact="0.3"/>
              <dgm:constr type="r" for="ch" forName="hierFlow" refType="w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h" for="des" forName="level1Shape" refType="h"/>
          <dgm:constr type="w" for="des" forName="level1Shape" refType="h" refFor="des" refForName="level1Shape" fact="2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w" refFor="des" refForName="level1Shape" op="equ" fact="0.4"/>
          <dgm:constr type="sibSp" for="des" forName="hierChild1" refType="h" refFor="des" refForName="level1Shape" op="equ" fact="0.15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w" refFor="des" refForName="level1Shape" op="equ"/>
          <dgm:constr type="userB" for="des" refType="sp" refFor="des" op="equ"/>
          <dgm:constr type="w" for="des" forName="firstBuf" refType="w" refFor="des" refForName="level1Shape" fact="0.1"/>
        </dgm:constrLst>
      </dgm:else>
    </dgm:choose>
    <dgm:ruleLst/>
    <dgm:layoutNode name="hierFlow">
      <dgm:choose name="Name6">
        <dgm:if name="Name7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  <dgm:param type="fallback" val="2D"/>
          </dgm:alg>
        </dgm:if>
        <dgm:else name="Name8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  <dgm:param type="fallback" val="2D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ptType="node" op="equ" val="65"/>
        <dgm:constr type="primFontSz" for="des" forName="connTx" op="equ" val="55"/>
        <dgm:constr type="primFontSz" for="des" forName="connTx" refType="primFontSz" refFor="des" refPtType="node" op="lte" fact="0.8"/>
      </dgm:constrLst>
      <dgm:ruleLst/>
      <dgm:choose name="Name9">
        <dgm:if name="Name10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1"/>
      </dgm:choose>
      <dgm:layoutNode name="hierChild1">
        <dgm:varLst>
          <dgm:chPref val="1"/>
          <dgm:animOne val="branch"/>
          <dgm:animLvl val="lvl"/>
        </dgm:varLst>
        <dgm:choose name="Name12">
          <dgm:if name="Name13" func="var" arg="dir" op="equ" val="norm">
            <dgm:alg type="hierChild">
              <dgm:param type="linDir" val="fromT"/>
              <dgm:param type="chAlign" val="l"/>
            </dgm:alg>
          </dgm:if>
          <dgm:else name="Name14">
            <dgm:alg type="hierChild">
              <dgm:param type="linDir" val="fromT"/>
              <dgm:param type="ch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forEach name="Name15" axis="ch" cnt="3">
          <dgm:forEach name="Name16" axis="self" ptType="node">
            <dgm:layoutNode name="Name17">
              <dgm:choose name="Name18">
                <dgm:if name="Name19" func="var" arg="dir" op="equ" val="norm">
                  <dgm:alg type="hierRoot">
                    <dgm:param type="hierAlign" val="lCtrCh"/>
                  </dgm:alg>
                </dgm:if>
                <dgm:else name="Name20">
                  <dgm:alg type="hierRoot">
                    <dgm:param type="hierAlign" val="rCtrCh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tMarg" refType="primFontSz" fact="0.05"/>
                  <dgm:constr type="bMarg" refType="primFontSz" fact="0.05"/>
                  <dgm:constr type="lMarg" refType="primFontSz" fact="0.05"/>
                  <dgm:constr type="rMarg" refType="primFontSz" fact="0.05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21">
                  <dgm:if name="Name2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23">
                    <dgm:alg type="hierChild">
                      <dgm:param type="linDir" val="fromT"/>
                      <dgm:param type="ch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24" axis="self" ptType="parTrans" cnt="1">
                    <dgm:layoutNode name="Name25">
                      <dgm:choose name="Name26">
                        <dgm:if name="Name27" func="var" arg="dir" op="equ" val="norm">
                          <dgm:alg type="conn">
                            <dgm:param type="dim" val="1D"/>
                            <dgm:param type="begPts" val="midR"/>
                            <dgm:param type="endPts" val="midL"/>
                            <dgm:param type="endSty" val="noArr"/>
                          </dgm:alg>
                        </dgm:if>
                        <dgm:else name="Name28">
                          <dgm:alg type="conn">
                            <dgm:param type="dim" val="1D"/>
                            <dgm:param type="begPts" val="midL"/>
                            <dgm:param type="endPts" val="midR"/>
                            <dgm:param type="endSty" val="noArr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5"/>
                        <dgm:constr type="connDist"/>
                        <dgm:constr type="begPad"/>
                        <dgm:constr type="endPad"/>
                        <dgm:constr type="userA" for="ch" refType="connDist"/>
                      </dgm:constrLst>
                      <dgm:ruleLst/>
                      <dgm:layoutNode name="connTx">
                        <dgm:alg type="tx">
                          <dgm:param type="autoTxRot" val="grav"/>
                        </dgm:alg>
                        <dgm:shape xmlns:r="http://schemas.openxmlformats.org/officeDocument/2006/relationships" type="rect" r:blip="" hideGeom="1">
                          <dgm:adjLst/>
                        </dgm:shape>
                        <dgm:presOf axis="self"/>
                        <dgm:constrLst>
                          <dgm:constr type="userA"/>
                          <dgm:constr type="w" refType="userA" fact="0.05"/>
                          <dgm:constr type="h" refType="userA" fact="0.05"/>
                          <dgm:constr type="lMarg" val="1"/>
                          <dgm:constr type="rMarg" val="1"/>
                          <dgm:constr type="tMarg"/>
                          <dgm:constr type="bMarg"/>
                        </dgm:constrLst>
                        <dgm:ruleLst>
                          <dgm:rule type="h" val="NaN" fact="0.25" max="NaN"/>
                          <dgm:rule type="w" val="NaN" fact="0.8" max="NaN"/>
                          <dgm:rule type="primFontSz" val="5" fact="NaN" max="NaN"/>
                        </dgm:ruleLst>
                      </dgm:layoutNode>
                    </dgm:layoutNode>
                  </dgm:forEach>
                  <dgm:forEach name="Name29" axis="self" ptType="node">
                    <dgm:layoutNode name="Name30">
                      <dgm:choose name="Name31">
                        <dgm:if name="Name32" func="var" arg="dir" op="equ" val="norm">
                          <dgm:alg type="hierRoot">
                            <dgm:param type="hierAlign" val="lCtrCh"/>
                          </dgm:alg>
                        </dgm:if>
                        <dgm:else name="Name33">
                          <dgm:alg type="hierRoot">
                            <dgm:param type="hierAlign" val="rCtrCh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tMarg" refType="primFontSz" fact="0.05"/>
                          <dgm:constr type="bMarg" refType="primFontSz" fact="0.05"/>
                          <dgm:constr type="lMarg" refType="primFontSz" fact="0.05"/>
                          <dgm:constr type="rMarg" refType="primFontSz" fact="0.05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34">
                          <dgm:if name="Name35" func="var" arg="dir" op="equ" val="norm">
                            <dgm:alg type="hierChild">
                              <dgm:param type="linDir" val="fromT"/>
                              <dgm:param type="chAlign" val="l"/>
                            </dgm:alg>
                          </dgm:if>
                          <dgm:else name="Name36">
                            <dgm:alg type="hierChild">
                              <dgm:param type="linDir" val="fromT"/>
                              <dgm:param type="chAlign" val="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37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choose name="Name38">
        <dgm:if name="Name39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</dgm:alg>
        </dgm:if>
        <dgm:else name="Name40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rectComp" refType="w"/>
        <dgm:constr type="h" for="ch" forName="rectComp" refType="h"/>
        <dgm:constr type="h" for="des" forName="bgRect" refType="h"/>
        <dgm:constr type="primFontSz" for="des" forName="bgRectTx" op="equ" val="65"/>
      </dgm:constrLst>
      <dgm:ruleLst/>
      <dgm:forEach name="Name41" axis="ch" ptType="node" st="2">
        <dgm:layoutNode name="rectComp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userA"/>
            <dgm:constr type="l" for="ch" forName="bgRect"/>
            <dgm:constr type="t" for="ch" forName="bgRect"/>
            <dgm:constr type="w" for="ch" forName="bgRect" refType="userA" fact="1.2"/>
            <dgm:constr type="l" for="ch" forName="bgRectTx"/>
            <dgm:constr type="t" for="ch" forName="bgRectTx"/>
            <dgm:constr type="h" for="ch" forName="bgRectTx" refType="h" refFor="ch" refForName="bgRect" fact="0.3"/>
            <dgm:constr type="w" for="ch" forName="bgRectTx" refType="w" refFor="ch" refForName="bgRect" op="equ"/>
          </dgm:constrLst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shape xmlns:r="http://schemas.openxmlformats.org/officeDocument/2006/relationships" type="rect" r:blip="" zOrderOff="-999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</dgm:layoutNode>
        <dgm:choose name="Name42">
          <dgm:if name="Name43" axis="self" ptType="node" func="revPos" op="gte" val="2">
            <dgm:layoutNode name="spComp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hSp"/>
                <dgm:constr type="t" for="ch" forName="hSp"/>
                <dgm:constr type="w" for="ch" forName="hSp" refType="userB"/>
                <dgm:constr type="wOff" for="ch" forName="hSp" refType="userA" fact="-0.2"/>
              </dgm:constrLst>
              <dgm:ruleLst/>
              <dgm:layoutNode name="h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44"/>
        </dgm:choos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5">
  <dgm:title val=""/>
  <dgm:desc val=""/>
  <dgm:catLst>
    <dgm:cat type="hierarchy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/>
    <dgm:presOf/>
    <dgm:shape xmlns:r="http://schemas.openxmlformats.org/officeDocument/2006/relationships" r:blip="">
      <dgm:adjLst/>
    </dgm:shape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/>
              <dgm:constr type="t" for="ch" forName="hierFlow" refType="h" fact="0.3"/>
              <dgm:constr type="r" for="ch" forName="hierFlow" refType="w" fact="0.98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 refType="h" fact="0.3"/>
              <dgm:constr type="r" for="ch" forName="hierFlow" refType="w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h" for="des" forName="level1Shape" refType="h"/>
          <dgm:constr type="w" for="des" forName="level1Shape" refType="h" refFor="des" refForName="level1Shape" fact="2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w" refFor="des" refForName="level1Shape" op="equ" fact="0.4"/>
          <dgm:constr type="sibSp" for="des" forName="hierChild1" refType="h" refFor="des" refForName="level1Shape" op="equ" fact="0.15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w" refFor="des" refForName="level1Shape" op="equ"/>
          <dgm:constr type="userB" for="des" refType="sp" refFor="des" op="equ"/>
          <dgm:constr type="w" for="des" forName="firstBuf" refType="w" refFor="des" refForName="level1Shape" fact="0.1"/>
        </dgm:constrLst>
      </dgm:else>
    </dgm:choose>
    <dgm:ruleLst/>
    <dgm:layoutNode name="hierFlow">
      <dgm:choose name="Name6">
        <dgm:if name="Name7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  <dgm:param type="fallback" val="2D"/>
          </dgm:alg>
        </dgm:if>
        <dgm:else name="Name8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  <dgm:param type="fallback" val="2D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ptType="node" op="equ" val="65"/>
        <dgm:constr type="primFontSz" for="des" forName="connTx" op="equ" val="55"/>
        <dgm:constr type="primFontSz" for="des" forName="connTx" refType="primFontSz" refFor="des" refPtType="node" op="lte" fact="0.8"/>
      </dgm:constrLst>
      <dgm:ruleLst/>
      <dgm:choose name="Name9">
        <dgm:if name="Name10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1"/>
      </dgm:choose>
      <dgm:layoutNode name="hierChild1">
        <dgm:varLst>
          <dgm:chPref val="1"/>
          <dgm:animOne val="branch"/>
          <dgm:animLvl val="lvl"/>
        </dgm:varLst>
        <dgm:choose name="Name12">
          <dgm:if name="Name13" func="var" arg="dir" op="equ" val="norm">
            <dgm:alg type="hierChild">
              <dgm:param type="linDir" val="fromT"/>
              <dgm:param type="chAlign" val="l"/>
            </dgm:alg>
          </dgm:if>
          <dgm:else name="Name14">
            <dgm:alg type="hierChild">
              <dgm:param type="linDir" val="fromT"/>
              <dgm:param type="ch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forEach name="Name15" axis="ch" cnt="3">
          <dgm:forEach name="Name16" axis="self" ptType="node">
            <dgm:layoutNode name="Name17">
              <dgm:choose name="Name18">
                <dgm:if name="Name19" func="var" arg="dir" op="equ" val="norm">
                  <dgm:alg type="hierRoot">
                    <dgm:param type="hierAlign" val="lCtrCh"/>
                  </dgm:alg>
                </dgm:if>
                <dgm:else name="Name20">
                  <dgm:alg type="hierRoot">
                    <dgm:param type="hierAlign" val="rCtrCh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tMarg" refType="primFontSz" fact="0.05"/>
                  <dgm:constr type="bMarg" refType="primFontSz" fact="0.05"/>
                  <dgm:constr type="lMarg" refType="primFontSz" fact="0.05"/>
                  <dgm:constr type="rMarg" refType="primFontSz" fact="0.05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21">
                  <dgm:if name="Name2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23">
                    <dgm:alg type="hierChild">
                      <dgm:param type="linDir" val="fromT"/>
                      <dgm:param type="ch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24" axis="self" ptType="parTrans" cnt="1">
                    <dgm:layoutNode name="Name25">
                      <dgm:choose name="Name26">
                        <dgm:if name="Name27" func="var" arg="dir" op="equ" val="norm">
                          <dgm:alg type="conn">
                            <dgm:param type="dim" val="1D"/>
                            <dgm:param type="begPts" val="midR"/>
                            <dgm:param type="endPts" val="midL"/>
                            <dgm:param type="endSty" val="noArr"/>
                          </dgm:alg>
                        </dgm:if>
                        <dgm:else name="Name28">
                          <dgm:alg type="conn">
                            <dgm:param type="dim" val="1D"/>
                            <dgm:param type="begPts" val="midL"/>
                            <dgm:param type="endPts" val="midR"/>
                            <dgm:param type="endSty" val="noArr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5"/>
                        <dgm:constr type="connDist"/>
                        <dgm:constr type="begPad"/>
                        <dgm:constr type="endPad"/>
                        <dgm:constr type="userA" for="ch" refType="connDist"/>
                      </dgm:constrLst>
                      <dgm:ruleLst/>
                      <dgm:layoutNode name="connTx">
                        <dgm:alg type="tx">
                          <dgm:param type="autoTxRot" val="grav"/>
                        </dgm:alg>
                        <dgm:shape xmlns:r="http://schemas.openxmlformats.org/officeDocument/2006/relationships" type="rect" r:blip="" hideGeom="1">
                          <dgm:adjLst/>
                        </dgm:shape>
                        <dgm:presOf axis="self"/>
                        <dgm:constrLst>
                          <dgm:constr type="userA"/>
                          <dgm:constr type="w" refType="userA" fact="0.05"/>
                          <dgm:constr type="h" refType="userA" fact="0.05"/>
                          <dgm:constr type="lMarg" val="1"/>
                          <dgm:constr type="rMarg" val="1"/>
                          <dgm:constr type="tMarg"/>
                          <dgm:constr type="bMarg"/>
                        </dgm:constrLst>
                        <dgm:ruleLst>
                          <dgm:rule type="h" val="NaN" fact="0.25" max="NaN"/>
                          <dgm:rule type="w" val="NaN" fact="0.8" max="NaN"/>
                          <dgm:rule type="primFontSz" val="5" fact="NaN" max="NaN"/>
                        </dgm:ruleLst>
                      </dgm:layoutNode>
                    </dgm:layoutNode>
                  </dgm:forEach>
                  <dgm:forEach name="Name29" axis="self" ptType="node">
                    <dgm:layoutNode name="Name30">
                      <dgm:choose name="Name31">
                        <dgm:if name="Name32" func="var" arg="dir" op="equ" val="norm">
                          <dgm:alg type="hierRoot">
                            <dgm:param type="hierAlign" val="lCtrCh"/>
                          </dgm:alg>
                        </dgm:if>
                        <dgm:else name="Name33">
                          <dgm:alg type="hierRoot">
                            <dgm:param type="hierAlign" val="rCtrCh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tMarg" refType="primFontSz" fact="0.05"/>
                          <dgm:constr type="bMarg" refType="primFontSz" fact="0.05"/>
                          <dgm:constr type="lMarg" refType="primFontSz" fact="0.05"/>
                          <dgm:constr type="rMarg" refType="primFontSz" fact="0.05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34">
                          <dgm:if name="Name35" func="var" arg="dir" op="equ" val="norm">
                            <dgm:alg type="hierChild">
                              <dgm:param type="linDir" val="fromT"/>
                              <dgm:param type="chAlign" val="l"/>
                            </dgm:alg>
                          </dgm:if>
                          <dgm:else name="Name36">
                            <dgm:alg type="hierChild">
                              <dgm:param type="linDir" val="fromT"/>
                              <dgm:param type="chAlign" val="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37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choose name="Name38">
        <dgm:if name="Name39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</dgm:alg>
        </dgm:if>
        <dgm:else name="Name40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rectComp" refType="w"/>
        <dgm:constr type="h" for="ch" forName="rectComp" refType="h"/>
        <dgm:constr type="h" for="des" forName="bgRect" refType="h"/>
        <dgm:constr type="primFontSz" for="des" forName="bgRectTx" op="equ" val="65"/>
      </dgm:constrLst>
      <dgm:ruleLst/>
      <dgm:forEach name="Name41" axis="ch" ptType="node" st="2">
        <dgm:layoutNode name="rectComp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userA"/>
            <dgm:constr type="l" for="ch" forName="bgRect"/>
            <dgm:constr type="t" for="ch" forName="bgRect"/>
            <dgm:constr type="w" for="ch" forName="bgRect" refType="userA" fact="1.2"/>
            <dgm:constr type="l" for="ch" forName="bgRectTx"/>
            <dgm:constr type="t" for="ch" forName="bgRectTx"/>
            <dgm:constr type="h" for="ch" forName="bgRectTx" refType="h" refFor="ch" refForName="bgRect" fact="0.3"/>
            <dgm:constr type="w" for="ch" forName="bgRectTx" refType="w" refFor="ch" refForName="bgRect" op="equ"/>
          </dgm:constrLst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shape xmlns:r="http://schemas.openxmlformats.org/officeDocument/2006/relationships" type="rect" r:blip="" zOrderOff="-999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</dgm:layoutNode>
        <dgm:choose name="Name42">
          <dgm:if name="Name43" axis="self" ptType="node" func="revPos" op="gte" val="2">
            <dgm:layoutNode name="spComp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hSp"/>
                <dgm:constr type="t" for="ch" forName="hSp"/>
                <dgm:constr type="w" for="ch" forName="hSp" refType="userB"/>
                <dgm:constr type="wOff" for="ch" forName="hSp" refType="userA" fact="-0.2"/>
              </dgm:constrLst>
              <dgm:ruleLst/>
              <dgm:layoutNode name="h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44"/>
        </dgm:choose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5">
  <dgm:title val=""/>
  <dgm:desc val=""/>
  <dgm:catLst>
    <dgm:cat type="hierarchy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/>
    <dgm:presOf/>
    <dgm:shape xmlns:r="http://schemas.openxmlformats.org/officeDocument/2006/relationships" r:blip="">
      <dgm:adjLst/>
    </dgm:shape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/>
              <dgm:constr type="t" for="ch" forName="hierFlow" refType="h" fact="0.3"/>
              <dgm:constr type="r" for="ch" forName="hierFlow" refType="w" fact="0.98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 refType="h" fact="0.3"/>
              <dgm:constr type="r" for="ch" forName="hierFlow" refType="w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h" for="des" forName="level1Shape" refType="h"/>
          <dgm:constr type="w" for="des" forName="level1Shape" refType="h" refFor="des" refForName="level1Shape" fact="2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w" refFor="des" refForName="level1Shape" op="equ" fact="0.4"/>
          <dgm:constr type="sibSp" for="des" forName="hierChild1" refType="h" refFor="des" refForName="level1Shape" op="equ" fact="0.15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w" refFor="des" refForName="level1Shape" op="equ"/>
          <dgm:constr type="userB" for="des" refType="sp" refFor="des" op="equ"/>
          <dgm:constr type="w" for="des" forName="firstBuf" refType="w" refFor="des" refForName="level1Shape" fact="0.1"/>
        </dgm:constrLst>
      </dgm:else>
    </dgm:choose>
    <dgm:ruleLst/>
    <dgm:layoutNode name="hierFlow">
      <dgm:choose name="Name6">
        <dgm:if name="Name7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  <dgm:param type="fallback" val="2D"/>
          </dgm:alg>
        </dgm:if>
        <dgm:else name="Name8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  <dgm:param type="fallback" val="2D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ptType="node" op="equ" val="65"/>
        <dgm:constr type="primFontSz" for="des" forName="connTx" op="equ" val="55"/>
        <dgm:constr type="primFontSz" for="des" forName="connTx" refType="primFontSz" refFor="des" refPtType="node" op="lte" fact="0.8"/>
      </dgm:constrLst>
      <dgm:ruleLst/>
      <dgm:choose name="Name9">
        <dgm:if name="Name10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1"/>
      </dgm:choose>
      <dgm:layoutNode name="hierChild1">
        <dgm:varLst>
          <dgm:chPref val="1"/>
          <dgm:animOne val="branch"/>
          <dgm:animLvl val="lvl"/>
        </dgm:varLst>
        <dgm:choose name="Name12">
          <dgm:if name="Name13" func="var" arg="dir" op="equ" val="norm">
            <dgm:alg type="hierChild">
              <dgm:param type="linDir" val="fromT"/>
              <dgm:param type="chAlign" val="l"/>
            </dgm:alg>
          </dgm:if>
          <dgm:else name="Name14">
            <dgm:alg type="hierChild">
              <dgm:param type="linDir" val="fromT"/>
              <dgm:param type="ch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forEach name="Name15" axis="ch" cnt="3">
          <dgm:forEach name="Name16" axis="self" ptType="node">
            <dgm:layoutNode name="Name17">
              <dgm:choose name="Name18">
                <dgm:if name="Name19" func="var" arg="dir" op="equ" val="norm">
                  <dgm:alg type="hierRoot">
                    <dgm:param type="hierAlign" val="lCtrCh"/>
                  </dgm:alg>
                </dgm:if>
                <dgm:else name="Name20">
                  <dgm:alg type="hierRoot">
                    <dgm:param type="hierAlign" val="rCtrCh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tMarg" refType="primFontSz" fact="0.05"/>
                  <dgm:constr type="bMarg" refType="primFontSz" fact="0.05"/>
                  <dgm:constr type="lMarg" refType="primFontSz" fact="0.05"/>
                  <dgm:constr type="rMarg" refType="primFontSz" fact="0.05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21">
                  <dgm:if name="Name2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23">
                    <dgm:alg type="hierChild">
                      <dgm:param type="linDir" val="fromT"/>
                      <dgm:param type="ch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24" axis="self" ptType="parTrans" cnt="1">
                    <dgm:layoutNode name="Name25">
                      <dgm:choose name="Name26">
                        <dgm:if name="Name27" func="var" arg="dir" op="equ" val="norm">
                          <dgm:alg type="conn">
                            <dgm:param type="dim" val="1D"/>
                            <dgm:param type="begPts" val="midR"/>
                            <dgm:param type="endPts" val="midL"/>
                            <dgm:param type="endSty" val="noArr"/>
                          </dgm:alg>
                        </dgm:if>
                        <dgm:else name="Name28">
                          <dgm:alg type="conn">
                            <dgm:param type="dim" val="1D"/>
                            <dgm:param type="begPts" val="midL"/>
                            <dgm:param type="endPts" val="midR"/>
                            <dgm:param type="endSty" val="noArr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5"/>
                        <dgm:constr type="connDist"/>
                        <dgm:constr type="begPad"/>
                        <dgm:constr type="endPad"/>
                        <dgm:constr type="userA" for="ch" refType="connDist"/>
                      </dgm:constrLst>
                      <dgm:ruleLst/>
                      <dgm:layoutNode name="connTx">
                        <dgm:alg type="tx">
                          <dgm:param type="autoTxRot" val="grav"/>
                        </dgm:alg>
                        <dgm:shape xmlns:r="http://schemas.openxmlformats.org/officeDocument/2006/relationships" type="rect" r:blip="" hideGeom="1">
                          <dgm:adjLst/>
                        </dgm:shape>
                        <dgm:presOf axis="self"/>
                        <dgm:constrLst>
                          <dgm:constr type="userA"/>
                          <dgm:constr type="w" refType="userA" fact="0.05"/>
                          <dgm:constr type="h" refType="userA" fact="0.05"/>
                          <dgm:constr type="lMarg" val="1"/>
                          <dgm:constr type="rMarg" val="1"/>
                          <dgm:constr type="tMarg"/>
                          <dgm:constr type="bMarg"/>
                        </dgm:constrLst>
                        <dgm:ruleLst>
                          <dgm:rule type="h" val="NaN" fact="0.25" max="NaN"/>
                          <dgm:rule type="w" val="NaN" fact="0.8" max="NaN"/>
                          <dgm:rule type="primFontSz" val="5" fact="NaN" max="NaN"/>
                        </dgm:ruleLst>
                      </dgm:layoutNode>
                    </dgm:layoutNode>
                  </dgm:forEach>
                  <dgm:forEach name="Name29" axis="self" ptType="node">
                    <dgm:layoutNode name="Name30">
                      <dgm:choose name="Name31">
                        <dgm:if name="Name32" func="var" arg="dir" op="equ" val="norm">
                          <dgm:alg type="hierRoot">
                            <dgm:param type="hierAlign" val="lCtrCh"/>
                          </dgm:alg>
                        </dgm:if>
                        <dgm:else name="Name33">
                          <dgm:alg type="hierRoot">
                            <dgm:param type="hierAlign" val="rCtrCh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tMarg" refType="primFontSz" fact="0.05"/>
                          <dgm:constr type="bMarg" refType="primFontSz" fact="0.05"/>
                          <dgm:constr type="lMarg" refType="primFontSz" fact="0.05"/>
                          <dgm:constr type="rMarg" refType="primFontSz" fact="0.05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34">
                          <dgm:if name="Name35" func="var" arg="dir" op="equ" val="norm">
                            <dgm:alg type="hierChild">
                              <dgm:param type="linDir" val="fromT"/>
                              <dgm:param type="chAlign" val="l"/>
                            </dgm:alg>
                          </dgm:if>
                          <dgm:else name="Name36">
                            <dgm:alg type="hierChild">
                              <dgm:param type="linDir" val="fromT"/>
                              <dgm:param type="chAlign" val="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37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choose name="Name38">
        <dgm:if name="Name39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</dgm:alg>
        </dgm:if>
        <dgm:else name="Name40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rectComp" refType="w"/>
        <dgm:constr type="h" for="ch" forName="rectComp" refType="h"/>
        <dgm:constr type="h" for="des" forName="bgRect" refType="h"/>
        <dgm:constr type="primFontSz" for="des" forName="bgRectTx" op="equ" val="65"/>
      </dgm:constrLst>
      <dgm:ruleLst/>
      <dgm:forEach name="Name41" axis="ch" ptType="node" st="2">
        <dgm:layoutNode name="rectComp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userA"/>
            <dgm:constr type="l" for="ch" forName="bgRect"/>
            <dgm:constr type="t" for="ch" forName="bgRect"/>
            <dgm:constr type="w" for="ch" forName="bgRect" refType="userA" fact="1.2"/>
            <dgm:constr type="l" for="ch" forName="bgRectTx"/>
            <dgm:constr type="t" for="ch" forName="bgRectTx"/>
            <dgm:constr type="h" for="ch" forName="bgRectTx" refType="h" refFor="ch" refForName="bgRect" fact="0.3"/>
            <dgm:constr type="w" for="ch" forName="bgRectTx" refType="w" refFor="ch" refForName="bgRect" op="equ"/>
          </dgm:constrLst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shape xmlns:r="http://schemas.openxmlformats.org/officeDocument/2006/relationships" type="rect" r:blip="" zOrderOff="-999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</dgm:layoutNode>
        <dgm:choose name="Name42">
          <dgm:if name="Name43" axis="self" ptType="node" func="revPos" op="gte" val="2">
            <dgm:layoutNode name="spComp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hSp"/>
                <dgm:constr type="t" for="ch" forName="hSp"/>
                <dgm:constr type="w" for="ch" forName="hSp" refType="userB"/>
                <dgm:constr type="wOff" for="ch" forName="hSp" refType="userA" fact="-0.2"/>
              </dgm:constrLst>
              <dgm:ruleLst/>
              <dgm:layoutNode name="h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44"/>
        </dgm:choose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5">
  <dgm:title val=""/>
  <dgm:desc val=""/>
  <dgm:catLst>
    <dgm:cat type="hierarchy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/>
    <dgm:presOf/>
    <dgm:shape xmlns:r="http://schemas.openxmlformats.org/officeDocument/2006/relationships" r:blip="">
      <dgm:adjLst/>
    </dgm:shape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/>
              <dgm:constr type="t" for="ch" forName="hierFlow" refType="h" fact="0.3"/>
              <dgm:constr type="r" for="ch" forName="hierFlow" refType="w" fact="0.98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 refType="h" fact="0.3"/>
              <dgm:constr type="r" for="ch" forName="hierFlow" refType="w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h" for="des" forName="level1Shape" refType="h"/>
          <dgm:constr type="w" for="des" forName="level1Shape" refType="h" refFor="des" refForName="level1Shape" fact="2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w" refFor="des" refForName="level1Shape" op="equ" fact="0.4"/>
          <dgm:constr type="sibSp" for="des" forName="hierChild1" refType="h" refFor="des" refForName="level1Shape" op="equ" fact="0.15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w" refFor="des" refForName="level1Shape" op="equ"/>
          <dgm:constr type="userB" for="des" refType="sp" refFor="des" op="equ"/>
          <dgm:constr type="w" for="des" forName="firstBuf" refType="w" refFor="des" refForName="level1Shape" fact="0.1"/>
        </dgm:constrLst>
      </dgm:else>
    </dgm:choose>
    <dgm:ruleLst/>
    <dgm:layoutNode name="hierFlow">
      <dgm:choose name="Name6">
        <dgm:if name="Name7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  <dgm:param type="fallback" val="2D"/>
          </dgm:alg>
        </dgm:if>
        <dgm:else name="Name8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  <dgm:param type="fallback" val="2D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ptType="node" op="equ" val="65"/>
        <dgm:constr type="primFontSz" for="des" forName="connTx" op="equ" val="55"/>
        <dgm:constr type="primFontSz" for="des" forName="connTx" refType="primFontSz" refFor="des" refPtType="node" op="lte" fact="0.8"/>
      </dgm:constrLst>
      <dgm:ruleLst/>
      <dgm:choose name="Name9">
        <dgm:if name="Name10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1"/>
      </dgm:choose>
      <dgm:layoutNode name="hierChild1">
        <dgm:varLst>
          <dgm:chPref val="1"/>
          <dgm:animOne val="branch"/>
          <dgm:animLvl val="lvl"/>
        </dgm:varLst>
        <dgm:choose name="Name12">
          <dgm:if name="Name13" func="var" arg="dir" op="equ" val="norm">
            <dgm:alg type="hierChild">
              <dgm:param type="linDir" val="fromT"/>
              <dgm:param type="chAlign" val="l"/>
            </dgm:alg>
          </dgm:if>
          <dgm:else name="Name14">
            <dgm:alg type="hierChild">
              <dgm:param type="linDir" val="fromT"/>
              <dgm:param type="ch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forEach name="Name15" axis="ch" cnt="3">
          <dgm:forEach name="Name16" axis="self" ptType="node">
            <dgm:layoutNode name="Name17">
              <dgm:choose name="Name18">
                <dgm:if name="Name19" func="var" arg="dir" op="equ" val="norm">
                  <dgm:alg type="hierRoot">
                    <dgm:param type="hierAlign" val="lCtrCh"/>
                  </dgm:alg>
                </dgm:if>
                <dgm:else name="Name20">
                  <dgm:alg type="hierRoot">
                    <dgm:param type="hierAlign" val="rCtrCh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tMarg" refType="primFontSz" fact="0.05"/>
                  <dgm:constr type="bMarg" refType="primFontSz" fact="0.05"/>
                  <dgm:constr type="lMarg" refType="primFontSz" fact="0.05"/>
                  <dgm:constr type="rMarg" refType="primFontSz" fact="0.05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21">
                  <dgm:if name="Name2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23">
                    <dgm:alg type="hierChild">
                      <dgm:param type="linDir" val="fromT"/>
                      <dgm:param type="ch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24" axis="self" ptType="parTrans" cnt="1">
                    <dgm:layoutNode name="Name25">
                      <dgm:choose name="Name26">
                        <dgm:if name="Name27" func="var" arg="dir" op="equ" val="norm">
                          <dgm:alg type="conn">
                            <dgm:param type="dim" val="1D"/>
                            <dgm:param type="begPts" val="midR"/>
                            <dgm:param type="endPts" val="midL"/>
                            <dgm:param type="endSty" val="noArr"/>
                          </dgm:alg>
                        </dgm:if>
                        <dgm:else name="Name28">
                          <dgm:alg type="conn">
                            <dgm:param type="dim" val="1D"/>
                            <dgm:param type="begPts" val="midL"/>
                            <dgm:param type="endPts" val="midR"/>
                            <dgm:param type="endSty" val="noArr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5"/>
                        <dgm:constr type="connDist"/>
                        <dgm:constr type="begPad"/>
                        <dgm:constr type="endPad"/>
                        <dgm:constr type="userA" for="ch" refType="connDist"/>
                      </dgm:constrLst>
                      <dgm:ruleLst/>
                      <dgm:layoutNode name="connTx">
                        <dgm:alg type="tx">
                          <dgm:param type="autoTxRot" val="grav"/>
                        </dgm:alg>
                        <dgm:shape xmlns:r="http://schemas.openxmlformats.org/officeDocument/2006/relationships" type="rect" r:blip="" hideGeom="1">
                          <dgm:adjLst/>
                        </dgm:shape>
                        <dgm:presOf axis="self"/>
                        <dgm:constrLst>
                          <dgm:constr type="userA"/>
                          <dgm:constr type="w" refType="userA" fact="0.05"/>
                          <dgm:constr type="h" refType="userA" fact="0.05"/>
                          <dgm:constr type="lMarg" val="1"/>
                          <dgm:constr type="rMarg" val="1"/>
                          <dgm:constr type="tMarg"/>
                          <dgm:constr type="bMarg"/>
                        </dgm:constrLst>
                        <dgm:ruleLst>
                          <dgm:rule type="h" val="NaN" fact="0.25" max="NaN"/>
                          <dgm:rule type="w" val="NaN" fact="0.8" max="NaN"/>
                          <dgm:rule type="primFontSz" val="5" fact="NaN" max="NaN"/>
                        </dgm:ruleLst>
                      </dgm:layoutNode>
                    </dgm:layoutNode>
                  </dgm:forEach>
                  <dgm:forEach name="Name29" axis="self" ptType="node">
                    <dgm:layoutNode name="Name30">
                      <dgm:choose name="Name31">
                        <dgm:if name="Name32" func="var" arg="dir" op="equ" val="norm">
                          <dgm:alg type="hierRoot">
                            <dgm:param type="hierAlign" val="lCtrCh"/>
                          </dgm:alg>
                        </dgm:if>
                        <dgm:else name="Name33">
                          <dgm:alg type="hierRoot">
                            <dgm:param type="hierAlign" val="rCtrCh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tMarg" refType="primFontSz" fact="0.05"/>
                          <dgm:constr type="bMarg" refType="primFontSz" fact="0.05"/>
                          <dgm:constr type="lMarg" refType="primFontSz" fact="0.05"/>
                          <dgm:constr type="rMarg" refType="primFontSz" fact="0.05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34">
                          <dgm:if name="Name35" func="var" arg="dir" op="equ" val="norm">
                            <dgm:alg type="hierChild">
                              <dgm:param type="linDir" val="fromT"/>
                              <dgm:param type="chAlign" val="l"/>
                            </dgm:alg>
                          </dgm:if>
                          <dgm:else name="Name36">
                            <dgm:alg type="hierChild">
                              <dgm:param type="linDir" val="fromT"/>
                              <dgm:param type="chAlign" val="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37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choose name="Name38">
        <dgm:if name="Name39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</dgm:alg>
        </dgm:if>
        <dgm:else name="Name40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rectComp" refType="w"/>
        <dgm:constr type="h" for="ch" forName="rectComp" refType="h"/>
        <dgm:constr type="h" for="des" forName="bgRect" refType="h"/>
        <dgm:constr type="primFontSz" for="des" forName="bgRectTx" op="equ" val="65"/>
      </dgm:constrLst>
      <dgm:ruleLst/>
      <dgm:forEach name="Name41" axis="ch" ptType="node" st="2">
        <dgm:layoutNode name="rectComp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userA"/>
            <dgm:constr type="l" for="ch" forName="bgRect"/>
            <dgm:constr type="t" for="ch" forName="bgRect"/>
            <dgm:constr type="w" for="ch" forName="bgRect" refType="userA" fact="1.2"/>
            <dgm:constr type="l" for="ch" forName="bgRectTx"/>
            <dgm:constr type="t" for="ch" forName="bgRectTx"/>
            <dgm:constr type="h" for="ch" forName="bgRectTx" refType="h" refFor="ch" refForName="bgRect" fact="0.3"/>
            <dgm:constr type="w" for="ch" forName="bgRectTx" refType="w" refFor="ch" refForName="bgRect" op="equ"/>
          </dgm:constrLst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shape xmlns:r="http://schemas.openxmlformats.org/officeDocument/2006/relationships" type="rect" r:blip="" zOrderOff="-999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</dgm:layoutNode>
        <dgm:choose name="Name42">
          <dgm:if name="Name43" axis="self" ptType="node" func="revPos" op="gte" val="2">
            <dgm:layoutNode name="spComp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hSp"/>
                <dgm:constr type="t" for="ch" forName="hSp"/>
                <dgm:constr type="w" for="ch" forName="hSp" refType="userB"/>
                <dgm:constr type="wOff" for="ch" forName="hSp" refType="userA" fact="-0.2"/>
              </dgm:constrLst>
              <dgm:ruleLst/>
              <dgm:layoutNode name="h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44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29172-4BF7-429F-BA25-7E9D1A4215EE}" type="datetimeFigureOut">
              <a:rPr lang="en-US" smtClean="0"/>
              <a:t>7/28/2023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350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29172-4BF7-429F-BA25-7E9D1A4215EE}" type="datetimeFigureOut">
              <a:rPr lang="en-US" smtClean="0"/>
              <a:t>7/28/2023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51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29172-4BF7-429F-BA25-7E9D1A4215EE}" type="datetimeFigureOut">
              <a:rPr lang="en-US" smtClean="0"/>
              <a:t>7/28/2023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472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29172-4BF7-429F-BA25-7E9D1A4215EE}" type="datetimeFigureOut">
              <a:rPr lang="en-US" smtClean="0"/>
              <a:t>7/28/2023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834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29172-4BF7-429F-BA25-7E9D1A4215EE}" type="datetimeFigureOut">
              <a:rPr lang="en-US" smtClean="0"/>
              <a:t>7/28/2023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453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29172-4BF7-429F-BA25-7E9D1A4215EE}" type="datetimeFigureOut">
              <a:rPr lang="en-US" smtClean="0"/>
              <a:t>7/28/2023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3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29172-4BF7-429F-BA25-7E9D1A4215EE}" type="datetimeFigureOut">
              <a:rPr lang="en-US" smtClean="0"/>
              <a:t>7/28/2023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29172-4BF7-429F-BA25-7E9D1A4215EE}" type="datetimeFigureOut">
              <a:rPr lang="en-US" smtClean="0"/>
              <a:t>7/28/2023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342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29172-4BF7-429F-BA25-7E9D1A4215EE}" type="datetimeFigureOut">
              <a:rPr lang="en-US" smtClean="0"/>
              <a:t>7/28/2023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271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29172-4BF7-429F-BA25-7E9D1A4215EE}" type="datetimeFigureOut">
              <a:rPr lang="en-US" smtClean="0"/>
              <a:t>7/28/2023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761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29172-4BF7-429F-BA25-7E9D1A4215EE}" type="datetimeFigureOut">
              <a:rPr lang="en-US" smtClean="0"/>
              <a:t>7/28/2023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544558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29172-4BF7-429F-BA25-7E9D1A4215EE}" type="datetimeFigureOut">
              <a:rPr lang="en-US" smtClean="0"/>
              <a:t>7/28/2023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0434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29172-4BF7-429F-BA25-7E9D1A4215EE}" type="datetimeFigureOut">
              <a:rPr lang="en-US" smtClean="0"/>
              <a:t>7/28/2023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597553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29172-4BF7-429F-BA25-7E9D1A4215EE}" type="datetimeFigureOut">
              <a:rPr lang="en-US" smtClean="0"/>
              <a:t>7/28/2023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9971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29172-4BF7-429F-BA25-7E9D1A4215EE}" type="datetimeFigureOut">
              <a:rPr lang="en-US" smtClean="0"/>
              <a:t>7/28/2023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2504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29172-4BF7-429F-BA25-7E9D1A4215EE}" type="datetimeFigureOut">
              <a:rPr lang="en-US" smtClean="0"/>
              <a:t>7/28/2023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265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929172-4BF7-429F-BA25-7E9D1A4215EE}" type="datetimeFigureOut">
              <a:rPr lang="en-US" smtClean="0"/>
              <a:t>7/28/2023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966EA62-41C5-4F9A-A915-5B0BC739C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89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  <p:sldLayoutId id="2147483773" r:id="rId12"/>
    <p:sldLayoutId id="2147483774" r:id="rId13"/>
    <p:sldLayoutId id="2147483775" r:id="rId14"/>
    <p:sldLayoutId id="2147483776" r:id="rId15"/>
    <p:sldLayoutId id="214748377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FE9AF7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8C98437-2DAF-DDEC-0AF3-7EA9F625F424}"/>
              </a:ext>
            </a:extLst>
          </p:cNvPr>
          <p:cNvSpPr/>
          <p:nvPr/>
        </p:nvSpPr>
        <p:spPr>
          <a:xfrm>
            <a:off x="5091223" y="127591"/>
            <a:ext cx="2009553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Younus</a:t>
            </a:r>
            <a:b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(SPOC)</a:t>
            </a:r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D292B7-391D-BD13-9843-0E419921C78C}"/>
              </a:ext>
            </a:extLst>
          </p:cNvPr>
          <p:cNvSpPr/>
          <p:nvPr/>
        </p:nvSpPr>
        <p:spPr>
          <a:xfrm>
            <a:off x="2169043" y="1258189"/>
            <a:ext cx="2009553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MLS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41B0E5-A7F8-EE39-F94D-152AC381E22F}"/>
              </a:ext>
            </a:extLst>
          </p:cNvPr>
          <p:cNvSpPr/>
          <p:nvPr/>
        </p:nvSpPr>
        <p:spPr>
          <a:xfrm>
            <a:off x="7927291" y="1258189"/>
            <a:ext cx="2009553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D040B7-6BB4-E14B-C638-0EF56E254F94}"/>
              </a:ext>
            </a:extLst>
          </p:cNvPr>
          <p:cNvSpPr/>
          <p:nvPr/>
        </p:nvSpPr>
        <p:spPr>
          <a:xfrm>
            <a:off x="1116419" y="4033309"/>
            <a:ext cx="1202341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Downloading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Wave 27">
            <a:extLst>
              <a:ext uri="{FF2B5EF4-FFF2-40B4-BE49-F238E27FC236}">
                <a16:creationId xmlns:a16="http://schemas.microsoft.com/office/drawing/2014/main" id="{06A7EBF2-1038-7E08-7B76-26352032BE94}"/>
              </a:ext>
            </a:extLst>
          </p:cNvPr>
          <p:cNvSpPr/>
          <p:nvPr/>
        </p:nvSpPr>
        <p:spPr>
          <a:xfrm>
            <a:off x="2169043" y="5310069"/>
            <a:ext cx="2262698" cy="891362"/>
          </a:xfrm>
          <a:prstGeom prst="wave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Saradha</a:t>
            </a:r>
            <a:b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(QC)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467713E-C112-AB4E-69B6-9271A36DF540}"/>
              </a:ext>
            </a:extLst>
          </p:cNvPr>
          <p:cNvSpPr/>
          <p:nvPr/>
        </p:nvSpPr>
        <p:spPr>
          <a:xfrm>
            <a:off x="2416382" y="2456125"/>
            <a:ext cx="1514874" cy="89136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Dallas</a:t>
            </a:r>
            <a:b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Austin</a:t>
            </a:r>
            <a:b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Houston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093544D-5C4C-3239-41EE-0C0D316D07C3}"/>
              </a:ext>
            </a:extLst>
          </p:cNvPr>
          <p:cNvSpPr/>
          <p:nvPr/>
        </p:nvSpPr>
        <p:spPr>
          <a:xfrm>
            <a:off x="8098855" y="2340048"/>
            <a:ext cx="1514874" cy="89136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Ellis</a:t>
            </a:r>
            <a:b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FBCAD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C38B901-C2A4-5A52-81C4-B98D1346F836}"/>
              </a:ext>
            </a:extLst>
          </p:cNvPr>
          <p:cNvSpPr/>
          <p:nvPr/>
        </p:nvSpPr>
        <p:spPr>
          <a:xfrm>
            <a:off x="2572648" y="4012033"/>
            <a:ext cx="1202341" cy="542250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</a:t>
            </a:r>
            <a:b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Validation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CC7950E-4C52-0F48-084D-41348874CDCF}"/>
              </a:ext>
            </a:extLst>
          </p:cNvPr>
          <p:cNvSpPr/>
          <p:nvPr/>
        </p:nvSpPr>
        <p:spPr>
          <a:xfrm>
            <a:off x="4000523" y="3986313"/>
            <a:ext cx="1202341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Uploading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47DD5DC-6070-82E8-0790-49EE4B8D59BC}"/>
              </a:ext>
            </a:extLst>
          </p:cNvPr>
          <p:cNvSpPr/>
          <p:nvPr/>
        </p:nvSpPr>
        <p:spPr>
          <a:xfrm>
            <a:off x="6998766" y="3980114"/>
            <a:ext cx="1202341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</a:t>
            </a:r>
            <a:b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Extraction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28CFC68-20D1-53B8-3C26-A6C4D74DD89A}"/>
              </a:ext>
            </a:extLst>
          </p:cNvPr>
          <p:cNvSpPr/>
          <p:nvPr/>
        </p:nvSpPr>
        <p:spPr>
          <a:xfrm>
            <a:off x="5713981" y="3997796"/>
            <a:ext cx="1202341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Downloads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0EB0BD8-E446-6E59-F52A-C35B800065DC}"/>
              </a:ext>
            </a:extLst>
          </p:cNvPr>
          <p:cNvSpPr/>
          <p:nvPr/>
        </p:nvSpPr>
        <p:spPr>
          <a:xfrm>
            <a:off x="10742128" y="3972143"/>
            <a:ext cx="1202341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Spartaxx</a:t>
            </a:r>
            <a:b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Updates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262294C-AA33-67FD-3CFF-F39C5BACC65B}"/>
              </a:ext>
            </a:extLst>
          </p:cNvPr>
          <p:cNvSpPr/>
          <p:nvPr/>
        </p:nvSpPr>
        <p:spPr>
          <a:xfrm>
            <a:off x="9498625" y="3980114"/>
            <a:ext cx="1202341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PW</a:t>
            </a:r>
            <a:b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Indexing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1070BE6-C686-DAC1-B4B1-7E15D10A4ED5}"/>
              </a:ext>
            </a:extLst>
          </p:cNvPr>
          <p:cNvSpPr/>
          <p:nvPr/>
        </p:nvSpPr>
        <p:spPr>
          <a:xfrm>
            <a:off x="8255123" y="3980113"/>
            <a:ext cx="1186590" cy="581253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b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U&amp;E/Median/</a:t>
            </a:r>
            <a:b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Mean Values extraction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Wave 48">
            <a:extLst>
              <a:ext uri="{FF2B5EF4-FFF2-40B4-BE49-F238E27FC236}">
                <a16:creationId xmlns:a16="http://schemas.microsoft.com/office/drawing/2014/main" id="{9852CA30-19C6-55AC-1476-EDD8C356E9BA}"/>
              </a:ext>
            </a:extLst>
          </p:cNvPr>
          <p:cNvSpPr/>
          <p:nvPr/>
        </p:nvSpPr>
        <p:spPr>
          <a:xfrm>
            <a:off x="7525508" y="5282594"/>
            <a:ext cx="2262698" cy="891362"/>
          </a:xfrm>
          <a:prstGeom prst="wave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Sreeram</a:t>
            </a:r>
            <a:b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(QC)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C5460FE-E512-6344-8E0F-CFFC4EF11B59}"/>
              </a:ext>
            </a:extLst>
          </p:cNvPr>
          <p:cNvCxnSpPr>
            <a:cxnSpLocks/>
          </p:cNvCxnSpPr>
          <p:nvPr/>
        </p:nvCxnSpPr>
        <p:spPr>
          <a:xfrm>
            <a:off x="3108247" y="1833692"/>
            <a:ext cx="15951" cy="6224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D409A7D-98CF-E67C-88AD-B912FA4980FA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8932068" y="1821715"/>
            <a:ext cx="20546" cy="5183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A98AFA0E-4ED0-084D-D40A-438A1B23B81D}"/>
              </a:ext>
            </a:extLst>
          </p:cNvPr>
          <p:cNvCxnSpPr/>
          <p:nvPr/>
        </p:nvCxnSpPr>
        <p:spPr>
          <a:xfrm>
            <a:off x="3157868" y="3429000"/>
            <a:ext cx="0" cy="1860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155362AC-4FEF-D58B-DD49-A82A760DD036}"/>
              </a:ext>
            </a:extLst>
          </p:cNvPr>
          <p:cNvCxnSpPr/>
          <p:nvPr/>
        </p:nvCxnSpPr>
        <p:spPr>
          <a:xfrm>
            <a:off x="1717589" y="3636346"/>
            <a:ext cx="0" cy="3969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B582A7F3-BE76-8952-9FE7-EB85E92EECEE}"/>
              </a:ext>
            </a:extLst>
          </p:cNvPr>
          <p:cNvCxnSpPr>
            <a:endCxn id="40" idx="0"/>
          </p:cNvCxnSpPr>
          <p:nvPr/>
        </p:nvCxnSpPr>
        <p:spPr>
          <a:xfrm>
            <a:off x="3165843" y="3615070"/>
            <a:ext cx="7976" cy="3969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46C3F2E3-C793-6751-D19A-C2ABC4EBBF1C}"/>
              </a:ext>
            </a:extLst>
          </p:cNvPr>
          <p:cNvCxnSpPr>
            <a:endCxn id="41" idx="0"/>
          </p:cNvCxnSpPr>
          <p:nvPr/>
        </p:nvCxnSpPr>
        <p:spPr>
          <a:xfrm>
            <a:off x="4601693" y="3615070"/>
            <a:ext cx="1" cy="3712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B3C3265C-9DC4-2A6E-A85F-5CD7BE00A040}"/>
              </a:ext>
            </a:extLst>
          </p:cNvPr>
          <p:cNvCxnSpPr>
            <a:cxnSpLocks/>
          </p:cNvCxnSpPr>
          <p:nvPr/>
        </p:nvCxnSpPr>
        <p:spPr>
          <a:xfrm>
            <a:off x="8848418" y="3347487"/>
            <a:ext cx="7874" cy="2489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0C5F20E9-8A51-E8BB-A91D-66C984D6A753}"/>
              </a:ext>
            </a:extLst>
          </p:cNvPr>
          <p:cNvCxnSpPr>
            <a:endCxn id="43" idx="0"/>
          </p:cNvCxnSpPr>
          <p:nvPr/>
        </p:nvCxnSpPr>
        <p:spPr>
          <a:xfrm>
            <a:off x="6315151" y="3615070"/>
            <a:ext cx="1" cy="3827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F30AAC29-A575-42CA-0FB4-F52569A182C8}"/>
              </a:ext>
            </a:extLst>
          </p:cNvPr>
          <p:cNvCxnSpPr>
            <a:endCxn id="42" idx="0"/>
          </p:cNvCxnSpPr>
          <p:nvPr/>
        </p:nvCxnSpPr>
        <p:spPr>
          <a:xfrm>
            <a:off x="7599936" y="3615070"/>
            <a:ext cx="1" cy="3650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C8E12291-72E6-2901-0037-CA02B1C4E297}"/>
              </a:ext>
            </a:extLst>
          </p:cNvPr>
          <p:cNvCxnSpPr>
            <a:endCxn id="46" idx="0"/>
          </p:cNvCxnSpPr>
          <p:nvPr/>
        </p:nvCxnSpPr>
        <p:spPr>
          <a:xfrm flipH="1">
            <a:off x="8848418" y="3615070"/>
            <a:ext cx="7874" cy="3650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3EBFD351-0DCB-5988-BD23-5EDDF691C297}"/>
              </a:ext>
            </a:extLst>
          </p:cNvPr>
          <p:cNvCxnSpPr>
            <a:endCxn id="45" idx="0"/>
          </p:cNvCxnSpPr>
          <p:nvPr/>
        </p:nvCxnSpPr>
        <p:spPr>
          <a:xfrm>
            <a:off x="10099795" y="3596452"/>
            <a:ext cx="1" cy="3836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1B98AC5B-5598-2991-1435-6B1D79526BD6}"/>
              </a:ext>
            </a:extLst>
          </p:cNvPr>
          <p:cNvCxnSpPr/>
          <p:nvPr/>
        </p:nvCxnSpPr>
        <p:spPr>
          <a:xfrm>
            <a:off x="11642651" y="3615070"/>
            <a:ext cx="0" cy="3650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82D1B80C-384E-9A06-1C3F-E7C526BFA669}"/>
              </a:ext>
            </a:extLst>
          </p:cNvPr>
          <p:cNvCxnSpPr>
            <a:cxnSpLocks/>
          </p:cNvCxnSpPr>
          <p:nvPr/>
        </p:nvCxnSpPr>
        <p:spPr>
          <a:xfrm flipV="1">
            <a:off x="6315151" y="3596452"/>
            <a:ext cx="5327500" cy="186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DD39F06D-EDD7-4B30-0AF7-8D9B8AB0F986}"/>
              </a:ext>
            </a:extLst>
          </p:cNvPr>
          <p:cNvCxnSpPr>
            <a:cxnSpLocks/>
          </p:cNvCxnSpPr>
          <p:nvPr/>
        </p:nvCxnSpPr>
        <p:spPr>
          <a:xfrm>
            <a:off x="1717589" y="3615070"/>
            <a:ext cx="28841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C254B5BF-5C3F-AA8A-FE00-FDA4C3483A9A}"/>
              </a:ext>
            </a:extLst>
          </p:cNvPr>
          <p:cNvCxnSpPr/>
          <p:nvPr/>
        </p:nvCxnSpPr>
        <p:spPr>
          <a:xfrm>
            <a:off x="1754372" y="4720856"/>
            <a:ext cx="0" cy="3296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494FE545-5FE6-15D2-C427-7D99DA3E8E31}"/>
              </a:ext>
            </a:extLst>
          </p:cNvPr>
          <p:cNvCxnSpPr>
            <a:cxnSpLocks/>
          </p:cNvCxnSpPr>
          <p:nvPr/>
        </p:nvCxnSpPr>
        <p:spPr>
          <a:xfrm>
            <a:off x="1754372" y="5050465"/>
            <a:ext cx="284732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A5B6D292-7804-65BD-F811-68AEE0E67152}"/>
              </a:ext>
            </a:extLst>
          </p:cNvPr>
          <p:cNvCxnSpPr>
            <a:stCxn id="40" idx="2"/>
          </p:cNvCxnSpPr>
          <p:nvPr/>
        </p:nvCxnSpPr>
        <p:spPr>
          <a:xfrm>
            <a:off x="3173819" y="4554283"/>
            <a:ext cx="0" cy="4961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35AAC259-468E-46FE-909A-BABA98530730}"/>
              </a:ext>
            </a:extLst>
          </p:cNvPr>
          <p:cNvCxnSpPr/>
          <p:nvPr/>
        </p:nvCxnSpPr>
        <p:spPr>
          <a:xfrm>
            <a:off x="4601693" y="4596835"/>
            <a:ext cx="0" cy="4536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34CC7F7D-428A-2930-0A77-AE49A21B6843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7100776" y="409354"/>
            <a:ext cx="18312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E3DA2418-47E3-50B7-4D8A-2BAAE82CA072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3081670" y="409354"/>
            <a:ext cx="20095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2D90D452-3F0A-4FB1-4638-798E431A0A51}"/>
              </a:ext>
            </a:extLst>
          </p:cNvPr>
          <p:cNvCxnSpPr/>
          <p:nvPr/>
        </p:nvCxnSpPr>
        <p:spPr>
          <a:xfrm>
            <a:off x="3092302" y="425302"/>
            <a:ext cx="0" cy="8328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2944D89E-C4AA-ABE7-5DB6-8A59745B6DEE}"/>
              </a:ext>
            </a:extLst>
          </p:cNvPr>
          <p:cNvCxnSpPr>
            <a:endCxn id="9" idx="0"/>
          </p:cNvCxnSpPr>
          <p:nvPr/>
        </p:nvCxnSpPr>
        <p:spPr>
          <a:xfrm>
            <a:off x="8932068" y="425302"/>
            <a:ext cx="0" cy="8328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A1135A06-493B-83D1-6BCF-40E07FD9B8D8}"/>
              </a:ext>
            </a:extLst>
          </p:cNvPr>
          <p:cNvCxnSpPr>
            <a:cxnSpLocks/>
          </p:cNvCxnSpPr>
          <p:nvPr/>
        </p:nvCxnSpPr>
        <p:spPr>
          <a:xfrm flipV="1">
            <a:off x="6315151" y="5042493"/>
            <a:ext cx="5324137" cy="79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E103B530-0D1C-D0C5-2649-0150E7EA112D}"/>
              </a:ext>
            </a:extLst>
          </p:cNvPr>
          <p:cNvCxnSpPr/>
          <p:nvPr/>
        </p:nvCxnSpPr>
        <p:spPr>
          <a:xfrm>
            <a:off x="6315151" y="4720856"/>
            <a:ext cx="0" cy="3296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B620B0B1-7A8E-DA8E-024E-BD511F01DDE4}"/>
              </a:ext>
            </a:extLst>
          </p:cNvPr>
          <p:cNvCxnSpPr>
            <a:stCxn id="42" idx="2"/>
          </p:cNvCxnSpPr>
          <p:nvPr/>
        </p:nvCxnSpPr>
        <p:spPr>
          <a:xfrm flipH="1">
            <a:off x="7599936" y="4543640"/>
            <a:ext cx="1" cy="5068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97F71380-3CC4-A61A-F516-DDB49D138742}"/>
              </a:ext>
            </a:extLst>
          </p:cNvPr>
          <p:cNvCxnSpPr>
            <a:stCxn id="46" idx="2"/>
          </p:cNvCxnSpPr>
          <p:nvPr/>
        </p:nvCxnSpPr>
        <p:spPr>
          <a:xfrm>
            <a:off x="8848418" y="4561366"/>
            <a:ext cx="7874" cy="4890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5D0FDEE5-A320-66BF-D4B0-E6325325D3F1}"/>
              </a:ext>
            </a:extLst>
          </p:cNvPr>
          <p:cNvCxnSpPr>
            <a:stCxn id="45" idx="2"/>
          </p:cNvCxnSpPr>
          <p:nvPr/>
        </p:nvCxnSpPr>
        <p:spPr>
          <a:xfrm flipH="1">
            <a:off x="10099795" y="4543640"/>
            <a:ext cx="1" cy="5068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C3BB7359-F730-B2A6-B151-131F7F76B81E}"/>
              </a:ext>
            </a:extLst>
          </p:cNvPr>
          <p:cNvCxnSpPr>
            <a:cxnSpLocks/>
          </p:cNvCxnSpPr>
          <p:nvPr/>
        </p:nvCxnSpPr>
        <p:spPr>
          <a:xfrm flipH="1">
            <a:off x="11639288" y="4535669"/>
            <a:ext cx="861" cy="5068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CF178AF1-AE9C-6DEE-065A-8624E434B644}"/>
              </a:ext>
            </a:extLst>
          </p:cNvPr>
          <p:cNvCxnSpPr>
            <a:cxnSpLocks/>
          </p:cNvCxnSpPr>
          <p:nvPr/>
        </p:nvCxnSpPr>
        <p:spPr>
          <a:xfrm>
            <a:off x="3165843" y="5056313"/>
            <a:ext cx="7975" cy="3081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D0B3D79A-463F-FFB8-D798-8AAB5007D431}"/>
              </a:ext>
            </a:extLst>
          </p:cNvPr>
          <p:cNvCxnSpPr>
            <a:cxnSpLocks/>
          </p:cNvCxnSpPr>
          <p:nvPr/>
        </p:nvCxnSpPr>
        <p:spPr>
          <a:xfrm>
            <a:off x="8838811" y="5107378"/>
            <a:ext cx="7975" cy="3081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5192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FE9AF7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8C98437-2DAF-DDEC-0AF3-7EA9F625F424}"/>
              </a:ext>
            </a:extLst>
          </p:cNvPr>
          <p:cNvSpPr/>
          <p:nvPr/>
        </p:nvSpPr>
        <p:spPr>
          <a:xfrm>
            <a:off x="5091223" y="127591"/>
            <a:ext cx="2009553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Princy</a:t>
            </a:r>
            <a:b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(SPOC)</a:t>
            </a:r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D292B7-391D-BD13-9843-0E419921C78C}"/>
              </a:ext>
            </a:extLst>
          </p:cNvPr>
          <p:cNvSpPr/>
          <p:nvPr/>
        </p:nvSpPr>
        <p:spPr>
          <a:xfrm>
            <a:off x="2169043" y="1258189"/>
            <a:ext cx="2009553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MLS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41B0E5-A7F8-EE39-F94D-152AC381E22F}"/>
              </a:ext>
            </a:extLst>
          </p:cNvPr>
          <p:cNvSpPr/>
          <p:nvPr/>
        </p:nvSpPr>
        <p:spPr>
          <a:xfrm>
            <a:off x="7927291" y="1258189"/>
            <a:ext cx="2009553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D040B7-6BB4-E14B-C638-0EF56E254F94}"/>
              </a:ext>
            </a:extLst>
          </p:cNvPr>
          <p:cNvSpPr/>
          <p:nvPr/>
        </p:nvSpPr>
        <p:spPr>
          <a:xfrm>
            <a:off x="1116419" y="4033309"/>
            <a:ext cx="1202341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Downloading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Wave 27">
            <a:extLst>
              <a:ext uri="{FF2B5EF4-FFF2-40B4-BE49-F238E27FC236}">
                <a16:creationId xmlns:a16="http://schemas.microsoft.com/office/drawing/2014/main" id="{06A7EBF2-1038-7E08-7B76-26352032BE94}"/>
              </a:ext>
            </a:extLst>
          </p:cNvPr>
          <p:cNvSpPr/>
          <p:nvPr/>
        </p:nvSpPr>
        <p:spPr>
          <a:xfrm>
            <a:off x="2169043" y="5310069"/>
            <a:ext cx="2262698" cy="891362"/>
          </a:xfrm>
          <a:prstGeom prst="wave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Saradha</a:t>
            </a:r>
            <a:b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(QC)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467713E-C112-AB4E-69B6-9271A36DF540}"/>
              </a:ext>
            </a:extLst>
          </p:cNvPr>
          <p:cNvSpPr/>
          <p:nvPr/>
        </p:nvSpPr>
        <p:spPr>
          <a:xfrm>
            <a:off x="2416382" y="2456125"/>
            <a:ext cx="1514874" cy="89136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San Antonio</a:t>
            </a:r>
          </a:p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 Paso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093544D-5C4C-3239-41EE-0C0D316D07C3}"/>
              </a:ext>
            </a:extLst>
          </p:cNvPr>
          <p:cNvSpPr/>
          <p:nvPr/>
        </p:nvSpPr>
        <p:spPr>
          <a:xfrm>
            <a:off x="8098855" y="2340048"/>
            <a:ext cx="1514874" cy="89136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 Paso</a:t>
            </a:r>
          </a:p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Webb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C38B901-C2A4-5A52-81C4-B98D1346F836}"/>
              </a:ext>
            </a:extLst>
          </p:cNvPr>
          <p:cNvSpPr/>
          <p:nvPr/>
        </p:nvSpPr>
        <p:spPr>
          <a:xfrm>
            <a:off x="2572648" y="4012033"/>
            <a:ext cx="1202341" cy="542250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</a:t>
            </a:r>
            <a:b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Validation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CC7950E-4C52-0F48-084D-41348874CDCF}"/>
              </a:ext>
            </a:extLst>
          </p:cNvPr>
          <p:cNvSpPr/>
          <p:nvPr/>
        </p:nvSpPr>
        <p:spPr>
          <a:xfrm>
            <a:off x="4000523" y="3986313"/>
            <a:ext cx="1202341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Uploading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47DD5DC-6070-82E8-0790-49EE4B8D59BC}"/>
              </a:ext>
            </a:extLst>
          </p:cNvPr>
          <p:cNvSpPr/>
          <p:nvPr/>
        </p:nvSpPr>
        <p:spPr>
          <a:xfrm>
            <a:off x="6998766" y="3980114"/>
            <a:ext cx="1202341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</a:t>
            </a:r>
            <a:b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Extraction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28CFC68-20D1-53B8-3C26-A6C4D74DD89A}"/>
              </a:ext>
            </a:extLst>
          </p:cNvPr>
          <p:cNvSpPr/>
          <p:nvPr/>
        </p:nvSpPr>
        <p:spPr>
          <a:xfrm>
            <a:off x="5713981" y="3997796"/>
            <a:ext cx="1202341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Downloads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0EB0BD8-E446-6E59-F52A-C35B800065DC}"/>
              </a:ext>
            </a:extLst>
          </p:cNvPr>
          <p:cNvSpPr/>
          <p:nvPr/>
        </p:nvSpPr>
        <p:spPr>
          <a:xfrm>
            <a:off x="10742128" y="3972143"/>
            <a:ext cx="1202341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Spartaxx</a:t>
            </a:r>
            <a:b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Updates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262294C-AA33-67FD-3CFF-F39C5BACC65B}"/>
              </a:ext>
            </a:extLst>
          </p:cNvPr>
          <p:cNvSpPr/>
          <p:nvPr/>
        </p:nvSpPr>
        <p:spPr>
          <a:xfrm>
            <a:off x="9498625" y="3980114"/>
            <a:ext cx="1202341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PW</a:t>
            </a:r>
            <a:b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Indexing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1070BE6-C686-DAC1-B4B1-7E15D10A4ED5}"/>
              </a:ext>
            </a:extLst>
          </p:cNvPr>
          <p:cNvSpPr/>
          <p:nvPr/>
        </p:nvSpPr>
        <p:spPr>
          <a:xfrm>
            <a:off x="8255123" y="3980113"/>
            <a:ext cx="1186590" cy="581253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b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U&amp;E/Median/</a:t>
            </a:r>
            <a:b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Mean Values extraction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Wave 48">
            <a:extLst>
              <a:ext uri="{FF2B5EF4-FFF2-40B4-BE49-F238E27FC236}">
                <a16:creationId xmlns:a16="http://schemas.microsoft.com/office/drawing/2014/main" id="{9852CA30-19C6-55AC-1476-EDD8C356E9BA}"/>
              </a:ext>
            </a:extLst>
          </p:cNvPr>
          <p:cNvSpPr/>
          <p:nvPr/>
        </p:nvSpPr>
        <p:spPr>
          <a:xfrm>
            <a:off x="7724943" y="5310069"/>
            <a:ext cx="2262698" cy="891362"/>
          </a:xfrm>
          <a:prstGeom prst="wave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Ravi</a:t>
            </a:r>
            <a:b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(QC)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C5460FE-E512-6344-8E0F-CFFC4EF11B59}"/>
              </a:ext>
            </a:extLst>
          </p:cNvPr>
          <p:cNvCxnSpPr>
            <a:cxnSpLocks/>
          </p:cNvCxnSpPr>
          <p:nvPr/>
        </p:nvCxnSpPr>
        <p:spPr>
          <a:xfrm>
            <a:off x="3084326" y="1843650"/>
            <a:ext cx="15951" cy="6224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D409A7D-98CF-E67C-88AD-B912FA4980FA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8932068" y="1821715"/>
            <a:ext cx="20546" cy="5183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A98AFA0E-4ED0-084D-D40A-438A1B23B81D}"/>
              </a:ext>
            </a:extLst>
          </p:cNvPr>
          <p:cNvCxnSpPr/>
          <p:nvPr/>
        </p:nvCxnSpPr>
        <p:spPr>
          <a:xfrm>
            <a:off x="3157868" y="3429000"/>
            <a:ext cx="0" cy="1860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155362AC-4FEF-D58B-DD49-A82A760DD036}"/>
              </a:ext>
            </a:extLst>
          </p:cNvPr>
          <p:cNvCxnSpPr/>
          <p:nvPr/>
        </p:nvCxnSpPr>
        <p:spPr>
          <a:xfrm>
            <a:off x="1754372" y="3615070"/>
            <a:ext cx="0" cy="3969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B582A7F3-BE76-8952-9FE7-EB85E92EECEE}"/>
              </a:ext>
            </a:extLst>
          </p:cNvPr>
          <p:cNvCxnSpPr>
            <a:endCxn id="40" idx="0"/>
          </p:cNvCxnSpPr>
          <p:nvPr/>
        </p:nvCxnSpPr>
        <p:spPr>
          <a:xfrm>
            <a:off x="3165843" y="3615070"/>
            <a:ext cx="7976" cy="3969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46C3F2E3-C793-6751-D19A-C2ABC4EBBF1C}"/>
              </a:ext>
            </a:extLst>
          </p:cNvPr>
          <p:cNvCxnSpPr>
            <a:endCxn id="41" idx="0"/>
          </p:cNvCxnSpPr>
          <p:nvPr/>
        </p:nvCxnSpPr>
        <p:spPr>
          <a:xfrm>
            <a:off x="4601693" y="3615070"/>
            <a:ext cx="1" cy="3712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B3C3265C-9DC4-2A6E-A85F-5CD7BE00A040}"/>
              </a:ext>
            </a:extLst>
          </p:cNvPr>
          <p:cNvCxnSpPr>
            <a:cxnSpLocks/>
          </p:cNvCxnSpPr>
          <p:nvPr/>
        </p:nvCxnSpPr>
        <p:spPr>
          <a:xfrm>
            <a:off x="8848418" y="3347487"/>
            <a:ext cx="7874" cy="2489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0C5F20E9-8A51-E8BB-A91D-66C984D6A753}"/>
              </a:ext>
            </a:extLst>
          </p:cNvPr>
          <p:cNvCxnSpPr>
            <a:endCxn id="43" idx="0"/>
          </p:cNvCxnSpPr>
          <p:nvPr/>
        </p:nvCxnSpPr>
        <p:spPr>
          <a:xfrm>
            <a:off x="6315151" y="3615070"/>
            <a:ext cx="1" cy="3827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F30AAC29-A575-42CA-0FB4-F52569A182C8}"/>
              </a:ext>
            </a:extLst>
          </p:cNvPr>
          <p:cNvCxnSpPr>
            <a:endCxn id="42" idx="0"/>
          </p:cNvCxnSpPr>
          <p:nvPr/>
        </p:nvCxnSpPr>
        <p:spPr>
          <a:xfrm>
            <a:off x="7599936" y="3615070"/>
            <a:ext cx="1" cy="3650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C8E12291-72E6-2901-0037-CA02B1C4E297}"/>
              </a:ext>
            </a:extLst>
          </p:cNvPr>
          <p:cNvCxnSpPr>
            <a:endCxn id="46" idx="0"/>
          </p:cNvCxnSpPr>
          <p:nvPr/>
        </p:nvCxnSpPr>
        <p:spPr>
          <a:xfrm flipH="1">
            <a:off x="8848418" y="3615070"/>
            <a:ext cx="7874" cy="3650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3EBFD351-0DCB-5988-BD23-5EDDF691C297}"/>
              </a:ext>
            </a:extLst>
          </p:cNvPr>
          <p:cNvCxnSpPr>
            <a:endCxn id="45" idx="0"/>
          </p:cNvCxnSpPr>
          <p:nvPr/>
        </p:nvCxnSpPr>
        <p:spPr>
          <a:xfrm>
            <a:off x="10099795" y="3596452"/>
            <a:ext cx="1" cy="3836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1B98AC5B-5598-2991-1435-6B1D79526BD6}"/>
              </a:ext>
            </a:extLst>
          </p:cNvPr>
          <p:cNvCxnSpPr/>
          <p:nvPr/>
        </p:nvCxnSpPr>
        <p:spPr>
          <a:xfrm>
            <a:off x="11642651" y="3615070"/>
            <a:ext cx="0" cy="3650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82D1B80C-384E-9A06-1C3F-E7C526BFA669}"/>
              </a:ext>
            </a:extLst>
          </p:cNvPr>
          <p:cNvCxnSpPr>
            <a:cxnSpLocks/>
          </p:cNvCxnSpPr>
          <p:nvPr/>
        </p:nvCxnSpPr>
        <p:spPr>
          <a:xfrm flipV="1">
            <a:off x="6315151" y="3596452"/>
            <a:ext cx="5327500" cy="186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DD39F06D-EDD7-4B30-0AF7-8D9B8AB0F986}"/>
              </a:ext>
            </a:extLst>
          </p:cNvPr>
          <p:cNvCxnSpPr>
            <a:cxnSpLocks/>
          </p:cNvCxnSpPr>
          <p:nvPr/>
        </p:nvCxnSpPr>
        <p:spPr>
          <a:xfrm>
            <a:off x="1754372" y="3615070"/>
            <a:ext cx="284732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C254B5BF-5C3F-AA8A-FE00-FDA4C3483A9A}"/>
              </a:ext>
            </a:extLst>
          </p:cNvPr>
          <p:cNvCxnSpPr/>
          <p:nvPr/>
        </p:nvCxnSpPr>
        <p:spPr>
          <a:xfrm>
            <a:off x="1754372" y="4720856"/>
            <a:ext cx="0" cy="3296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494FE545-5FE6-15D2-C427-7D99DA3E8E31}"/>
              </a:ext>
            </a:extLst>
          </p:cNvPr>
          <p:cNvCxnSpPr>
            <a:cxnSpLocks/>
          </p:cNvCxnSpPr>
          <p:nvPr/>
        </p:nvCxnSpPr>
        <p:spPr>
          <a:xfrm>
            <a:off x="1754372" y="5050465"/>
            <a:ext cx="284732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A5B6D292-7804-65BD-F811-68AEE0E67152}"/>
              </a:ext>
            </a:extLst>
          </p:cNvPr>
          <p:cNvCxnSpPr>
            <a:stCxn id="40" idx="2"/>
          </p:cNvCxnSpPr>
          <p:nvPr/>
        </p:nvCxnSpPr>
        <p:spPr>
          <a:xfrm>
            <a:off x="3173819" y="4554283"/>
            <a:ext cx="0" cy="4961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35AAC259-468E-46FE-909A-BABA98530730}"/>
              </a:ext>
            </a:extLst>
          </p:cNvPr>
          <p:cNvCxnSpPr/>
          <p:nvPr/>
        </p:nvCxnSpPr>
        <p:spPr>
          <a:xfrm>
            <a:off x="4601693" y="4596835"/>
            <a:ext cx="0" cy="4536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34CC7F7D-428A-2930-0A77-AE49A21B6843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7100776" y="409354"/>
            <a:ext cx="18312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E3DA2418-47E3-50B7-4D8A-2BAAE82CA072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3081670" y="409354"/>
            <a:ext cx="20095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2D90D452-3F0A-4FB1-4638-798E431A0A51}"/>
              </a:ext>
            </a:extLst>
          </p:cNvPr>
          <p:cNvCxnSpPr/>
          <p:nvPr/>
        </p:nvCxnSpPr>
        <p:spPr>
          <a:xfrm>
            <a:off x="3092302" y="425302"/>
            <a:ext cx="0" cy="8328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2944D89E-C4AA-ABE7-5DB6-8A59745B6DEE}"/>
              </a:ext>
            </a:extLst>
          </p:cNvPr>
          <p:cNvCxnSpPr>
            <a:endCxn id="9" idx="0"/>
          </p:cNvCxnSpPr>
          <p:nvPr/>
        </p:nvCxnSpPr>
        <p:spPr>
          <a:xfrm>
            <a:off x="8932068" y="425302"/>
            <a:ext cx="0" cy="8328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A1135A06-493B-83D1-6BCF-40E07FD9B8D8}"/>
              </a:ext>
            </a:extLst>
          </p:cNvPr>
          <p:cNvCxnSpPr>
            <a:cxnSpLocks/>
          </p:cNvCxnSpPr>
          <p:nvPr/>
        </p:nvCxnSpPr>
        <p:spPr>
          <a:xfrm>
            <a:off x="6315151" y="5050464"/>
            <a:ext cx="5326639" cy="177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E103B530-0D1C-D0C5-2649-0150E7EA112D}"/>
              </a:ext>
            </a:extLst>
          </p:cNvPr>
          <p:cNvCxnSpPr/>
          <p:nvPr/>
        </p:nvCxnSpPr>
        <p:spPr>
          <a:xfrm>
            <a:off x="6315151" y="4720856"/>
            <a:ext cx="0" cy="3296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B620B0B1-7A8E-DA8E-024E-BD511F01DDE4}"/>
              </a:ext>
            </a:extLst>
          </p:cNvPr>
          <p:cNvCxnSpPr>
            <a:stCxn id="42" idx="2"/>
          </p:cNvCxnSpPr>
          <p:nvPr/>
        </p:nvCxnSpPr>
        <p:spPr>
          <a:xfrm flipH="1">
            <a:off x="7599936" y="4543640"/>
            <a:ext cx="1" cy="5068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97F71380-3CC4-A61A-F516-DDB49D138742}"/>
              </a:ext>
            </a:extLst>
          </p:cNvPr>
          <p:cNvCxnSpPr>
            <a:stCxn id="46" idx="2"/>
          </p:cNvCxnSpPr>
          <p:nvPr/>
        </p:nvCxnSpPr>
        <p:spPr>
          <a:xfrm>
            <a:off x="8848418" y="4561366"/>
            <a:ext cx="7874" cy="4890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5D0FDEE5-A320-66BF-D4B0-E6325325D3F1}"/>
              </a:ext>
            </a:extLst>
          </p:cNvPr>
          <p:cNvCxnSpPr>
            <a:stCxn id="45" idx="2"/>
          </p:cNvCxnSpPr>
          <p:nvPr/>
        </p:nvCxnSpPr>
        <p:spPr>
          <a:xfrm flipH="1">
            <a:off x="10099795" y="4543640"/>
            <a:ext cx="1" cy="5068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C3BB7359-F730-B2A6-B151-131F7F76B81E}"/>
              </a:ext>
            </a:extLst>
          </p:cNvPr>
          <p:cNvCxnSpPr>
            <a:cxnSpLocks/>
          </p:cNvCxnSpPr>
          <p:nvPr/>
        </p:nvCxnSpPr>
        <p:spPr>
          <a:xfrm flipH="1">
            <a:off x="11641790" y="4535669"/>
            <a:ext cx="861" cy="5068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CF178AF1-AE9C-6DEE-065A-8624E434B644}"/>
              </a:ext>
            </a:extLst>
          </p:cNvPr>
          <p:cNvCxnSpPr>
            <a:cxnSpLocks/>
          </p:cNvCxnSpPr>
          <p:nvPr/>
        </p:nvCxnSpPr>
        <p:spPr>
          <a:xfrm>
            <a:off x="3165843" y="5056313"/>
            <a:ext cx="7975" cy="3081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D0B3D79A-463F-FFB8-D798-8AAB5007D431}"/>
              </a:ext>
            </a:extLst>
          </p:cNvPr>
          <p:cNvCxnSpPr>
            <a:cxnSpLocks/>
          </p:cNvCxnSpPr>
          <p:nvPr/>
        </p:nvCxnSpPr>
        <p:spPr>
          <a:xfrm>
            <a:off x="8848418" y="5068190"/>
            <a:ext cx="7975" cy="3473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7104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FE9AF7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8C98437-2DAF-DDEC-0AF3-7EA9F625F424}"/>
              </a:ext>
            </a:extLst>
          </p:cNvPr>
          <p:cNvSpPr/>
          <p:nvPr/>
        </p:nvSpPr>
        <p:spPr>
          <a:xfrm>
            <a:off x="5091223" y="127591"/>
            <a:ext cx="2009553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Radhika</a:t>
            </a:r>
            <a:b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(SPOC)</a:t>
            </a:r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D292B7-391D-BD13-9843-0E419921C78C}"/>
              </a:ext>
            </a:extLst>
          </p:cNvPr>
          <p:cNvSpPr/>
          <p:nvPr/>
        </p:nvSpPr>
        <p:spPr>
          <a:xfrm>
            <a:off x="2169043" y="1258189"/>
            <a:ext cx="2009553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MLS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41B0E5-A7F8-EE39-F94D-152AC381E22F}"/>
              </a:ext>
            </a:extLst>
          </p:cNvPr>
          <p:cNvSpPr/>
          <p:nvPr/>
        </p:nvSpPr>
        <p:spPr>
          <a:xfrm>
            <a:off x="7927291" y="1258189"/>
            <a:ext cx="2009553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D040B7-6BB4-E14B-C638-0EF56E254F94}"/>
              </a:ext>
            </a:extLst>
          </p:cNvPr>
          <p:cNvSpPr/>
          <p:nvPr/>
        </p:nvSpPr>
        <p:spPr>
          <a:xfrm>
            <a:off x="1116419" y="4033309"/>
            <a:ext cx="1202341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Downloading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Wave 27">
            <a:extLst>
              <a:ext uri="{FF2B5EF4-FFF2-40B4-BE49-F238E27FC236}">
                <a16:creationId xmlns:a16="http://schemas.microsoft.com/office/drawing/2014/main" id="{06A7EBF2-1038-7E08-7B76-26352032BE94}"/>
              </a:ext>
            </a:extLst>
          </p:cNvPr>
          <p:cNvSpPr/>
          <p:nvPr/>
        </p:nvSpPr>
        <p:spPr>
          <a:xfrm>
            <a:off x="2169043" y="5310069"/>
            <a:ext cx="2262698" cy="891362"/>
          </a:xfrm>
          <a:prstGeom prst="wave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Deepika</a:t>
            </a:r>
            <a:b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(QC)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467713E-C112-AB4E-69B6-9271A36DF540}"/>
              </a:ext>
            </a:extLst>
          </p:cNvPr>
          <p:cNvSpPr/>
          <p:nvPr/>
        </p:nvSpPr>
        <p:spPr>
          <a:xfrm>
            <a:off x="2416382" y="2456125"/>
            <a:ext cx="1514874" cy="89136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Angelina</a:t>
            </a:r>
          </a:p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Bowie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093544D-5C4C-3239-41EE-0C0D316D07C3}"/>
              </a:ext>
            </a:extLst>
          </p:cNvPr>
          <p:cNvSpPr/>
          <p:nvPr/>
        </p:nvSpPr>
        <p:spPr>
          <a:xfrm>
            <a:off x="8098855" y="2340048"/>
            <a:ext cx="1514874" cy="89136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Jefferson</a:t>
            </a:r>
          </a:p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Lubbock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C38B901-C2A4-5A52-81C4-B98D1346F836}"/>
              </a:ext>
            </a:extLst>
          </p:cNvPr>
          <p:cNvSpPr/>
          <p:nvPr/>
        </p:nvSpPr>
        <p:spPr>
          <a:xfrm>
            <a:off x="2572648" y="4012033"/>
            <a:ext cx="1202341" cy="542250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</a:t>
            </a:r>
            <a:b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Validation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CC7950E-4C52-0F48-084D-41348874CDCF}"/>
              </a:ext>
            </a:extLst>
          </p:cNvPr>
          <p:cNvSpPr/>
          <p:nvPr/>
        </p:nvSpPr>
        <p:spPr>
          <a:xfrm>
            <a:off x="4000523" y="3986313"/>
            <a:ext cx="1202341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Uploading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47DD5DC-6070-82E8-0790-49EE4B8D59BC}"/>
              </a:ext>
            </a:extLst>
          </p:cNvPr>
          <p:cNvSpPr/>
          <p:nvPr/>
        </p:nvSpPr>
        <p:spPr>
          <a:xfrm>
            <a:off x="6998766" y="3980114"/>
            <a:ext cx="1202341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</a:t>
            </a:r>
            <a:b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Extraction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28CFC68-20D1-53B8-3C26-A6C4D74DD89A}"/>
              </a:ext>
            </a:extLst>
          </p:cNvPr>
          <p:cNvSpPr/>
          <p:nvPr/>
        </p:nvSpPr>
        <p:spPr>
          <a:xfrm>
            <a:off x="5713981" y="3997796"/>
            <a:ext cx="1202341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Downloads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0EB0BD8-E446-6E59-F52A-C35B800065DC}"/>
              </a:ext>
            </a:extLst>
          </p:cNvPr>
          <p:cNvSpPr/>
          <p:nvPr/>
        </p:nvSpPr>
        <p:spPr>
          <a:xfrm>
            <a:off x="10742128" y="3972143"/>
            <a:ext cx="1202341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Spartaxx</a:t>
            </a:r>
            <a:b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Updates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262294C-AA33-67FD-3CFF-F39C5BACC65B}"/>
              </a:ext>
            </a:extLst>
          </p:cNvPr>
          <p:cNvSpPr/>
          <p:nvPr/>
        </p:nvSpPr>
        <p:spPr>
          <a:xfrm>
            <a:off x="9498625" y="3980114"/>
            <a:ext cx="1202341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PW</a:t>
            </a:r>
            <a:b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Indexing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1070BE6-C686-DAC1-B4B1-7E15D10A4ED5}"/>
              </a:ext>
            </a:extLst>
          </p:cNvPr>
          <p:cNvSpPr/>
          <p:nvPr/>
        </p:nvSpPr>
        <p:spPr>
          <a:xfrm>
            <a:off x="8255123" y="3980113"/>
            <a:ext cx="1186590" cy="581253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b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U&amp;E/Median/</a:t>
            </a:r>
            <a:b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Mean Values extraction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Wave 48">
            <a:extLst>
              <a:ext uri="{FF2B5EF4-FFF2-40B4-BE49-F238E27FC236}">
                <a16:creationId xmlns:a16="http://schemas.microsoft.com/office/drawing/2014/main" id="{9852CA30-19C6-55AC-1476-EDD8C356E9BA}"/>
              </a:ext>
            </a:extLst>
          </p:cNvPr>
          <p:cNvSpPr/>
          <p:nvPr/>
        </p:nvSpPr>
        <p:spPr>
          <a:xfrm>
            <a:off x="7724943" y="5310069"/>
            <a:ext cx="2262698" cy="891362"/>
          </a:xfrm>
          <a:prstGeom prst="wave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Deepika</a:t>
            </a:r>
            <a:b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(QC)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C5460FE-E512-6344-8E0F-CFFC4EF11B59}"/>
              </a:ext>
            </a:extLst>
          </p:cNvPr>
          <p:cNvCxnSpPr>
            <a:cxnSpLocks/>
          </p:cNvCxnSpPr>
          <p:nvPr/>
        </p:nvCxnSpPr>
        <p:spPr>
          <a:xfrm>
            <a:off x="3065717" y="1827845"/>
            <a:ext cx="15951" cy="6224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D409A7D-98CF-E67C-88AD-B912FA4980FA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8932068" y="1821715"/>
            <a:ext cx="20546" cy="5183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A98AFA0E-4ED0-084D-D40A-438A1B23B81D}"/>
              </a:ext>
            </a:extLst>
          </p:cNvPr>
          <p:cNvCxnSpPr>
            <a:cxnSpLocks/>
          </p:cNvCxnSpPr>
          <p:nvPr/>
        </p:nvCxnSpPr>
        <p:spPr>
          <a:xfrm>
            <a:off x="3157868" y="3429000"/>
            <a:ext cx="0" cy="1860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155362AC-4FEF-D58B-DD49-A82A760DD036}"/>
              </a:ext>
            </a:extLst>
          </p:cNvPr>
          <p:cNvCxnSpPr/>
          <p:nvPr/>
        </p:nvCxnSpPr>
        <p:spPr>
          <a:xfrm>
            <a:off x="1754372" y="3636346"/>
            <a:ext cx="0" cy="3969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B582A7F3-BE76-8952-9FE7-EB85E92EECEE}"/>
              </a:ext>
            </a:extLst>
          </p:cNvPr>
          <p:cNvCxnSpPr>
            <a:endCxn id="40" idx="0"/>
          </p:cNvCxnSpPr>
          <p:nvPr/>
        </p:nvCxnSpPr>
        <p:spPr>
          <a:xfrm>
            <a:off x="3165843" y="3615070"/>
            <a:ext cx="7976" cy="3969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46C3F2E3-C793-6751-D19A-C2ABC4EBBF1C}"/>
              </a:ext>
            </a:extLst>
          </p:cNvPr>
          <p:cNvCxnSpPr>
            <a:endCxn id="41" idx="0"/>
          </p:cNvCxnSpPr>
          <p:nvPr/>
        </p:nvCxnSpPr>
        <p:spPr>
          <a:xfrm>
            <a:off x="4601693" y="3615070"/>
            <a:ext cx="1" cy="3712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B3C3265C-9DC4-2A6E-A85F-5CD7BE00A040}"/>
              </a:ext>
            </a:extLst>
          </p:cNvPr>
          <p:cNvCxnSpPr>
            <a:cxnSpLocks/>
          </p:cNvCxnSpPr>
          <p:nvPr/>
        </p:nvCxnSpPr>
        <p:spPr>
          <a:xfrm>
            <a:off x="8848418" y="3347487"/>
            <a:ext cx="7874" cy="2489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0C5F20E9-8A51-E8BB-A91D-66C984D6A753}"/>
              </a:ext>
            </a:extLst>
          </p:cNvPr>
          <p:cNvCxnSpPr>
            <a:endCxn id="43" idx="0"/>
          </p:cNvCxnSpPr>
          <p:nvPr/>
        </p:nvCxnSpPr>
        <p:spPr>
          <a:xfrm>
            <a:off x="6315151" y="3615070"/>
            <a:ext cx="1" cy="3827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F30AAC29-A575-42CA-0FB4-F52569A182C8}"/>
              </a:ext>
            </a:extLst>
          </p:cNvPr>
          <p:cNvCxnSpPr>
            <a:endCxn id="42" idx="0"/>
          </p:cNvCxnSpPr>
          <p:nvPr/>
        </p:nvCxnSpPr>
        <p:spPr>
          <a:xfrm>
            <a:off x="7599936" y="3615070"/>
            <a:ext cx="1" cy="3650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C8E12291-72E6-2901-0037-CA02B1C4E297}"/>
              </a:ext>
            </a:extLst>
          </p:cNvPr>
          <p:cNvCxnSpPr>
            <a:endCxn id="46" idx="0"/>
          </p:cNvCxnSpPr>
          <p:nvPr/>
        </p:nvCxnSpPr>
        <p:spPr>
          <a:xfrm flipH="1">
            <a:off x="8848418" y="3615070"/>
            <a:ext cx="7874" cy="3650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3EBFD351-0DCB-5988-BD23-5EDDF691C297}"/>
              </a:ext>
            </a:extLst>
          </p:cNvPr>
          <p:cNvCxnSpPr>
            <a:endCxn id="45" idx="0"/>
          </p:cNvCxnSpPr>
          <p:nvPr/>
        </p:nvCxnSpPr>
        <p:spPr>
          <a:xfrm>
            <a:off x="10099795" y="3596452"/>
            <a:ext cx="1" cy="3836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1B98AC5B-5598-2991-1435-6B1D79526BD6}"/>
              </a:ext>
            </a:extLst>
          </p:cNvPr>
          <p:cNvCxnSpPr/>
          <p:nvPr/>
        </p:nvCxnSpPr>
        <p:spPr>
          <a:xfrm>
            <a:off x="11642651" y="3615070"/>
            <a:ext cx="0" cy="3650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82D1B80C-384E-9A06-1C3F-E7C526BFA669}"/>
              </a:ext>
            </a:extLst>
          </p:cNvPr>
          <p:cNvCxnSpPr>
            <a:cxnSpLocks/>
          </p:cNvCxnSpPr>
          <p:nvPr/>
        </p:nvCxnSpPr>
        <p:spPr>
          <a:xfrm flipV="1">
            <a:off x="6315151" y="3596452"/>
            <a:ext cx="5327500" cy="186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DD39F06D-EDD7-4B30-0AF7-8D9B8AB0F986}"/>
              </a:ext>
            </a:extLst>
          </p:cNvPr>
          <p:cNvCxnSpPr>
            <a:cxnSpLocks/>
          </p:cNvCxnSpPr>
          <p:nvPr/>
        </p:nvCxnSpPr>
        <p:spPr>
          <a:xfrm>
            <a:off x="1754372" y="3615070"/>
            <a:ext cx="284732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C254B5BF-5C3F-AA8A-FE00-FDA4C3483A9A}"/>
              </a:ext>
            </a:extLst>
          </p:cNvPr>
          <p:cNvCxnSpPr/>
          <p:nvPr/>
        </p:nvCxnSpPr>
        <p:spPr>
          <a:xfrm>
            <a:off x="1754372" y="4720856"/>
            <a:ext cx="0" cy="3296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494FE545-5FE6-15D2-C427-7D99DA3E8E31}"/>
              </a:ext>
            </a:extLst>
          </p:cNvPr>
          <p:cNvCxnSpPr>
            <a:cxnSpLocks/>
          </p:cNvCxnSpPr>
          <p:nvPr/>
        </p:nvCxnSpPr>
        <p:spPr>
          <a:xfrm>
            <a:off x="1754372" y="5050465"/>
            <a:ext cx="284732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A5B6D292-7804-65BD-F811-68AEE0E67152}"/>
              </a:ext>
            </a:extLst>
          </p:cNvPr>
          <p:cNvCxnSpPr>
            <a:stCxn id="40" idx="2"/>
          </p:cNvCxnSpPr>
          <p:nvPr/>
        </p:nvCxnSpPr>
        <p:spPr>
          <a:xfrm>
            <a:off x="3173819" y="4554283"/>
            <a:ext cx="0" cy="4961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35AAC259-468E-46FE-909A-BABA98530730}"/>
              </a:ext>
            </a:extLst>
          </p:cNvPr>
          <p:cNvCxnSpPr/>
          <p:nvPr/>
        </p:nvCxnSpPr>
        <p:spPr>
          <a:xfrm>
            <a:off x="4601693" y="4596835"/>
            <a:ext cx="0" cy="4536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34CC7F7D-428A-2930-0A77-AE49A21B6843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7100776" y="409354"/>
            <a:ext cx="18312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E3DA2418-47E3-50B7-4D8A-2BAAE82CA072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3081670" y="409354"/>
            <a:ext cx="20095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2D90D452-3F0A-4FB1-4638-798E431A0A51}"/>
              </a:ext>
            </a:extLst>
          </p:cNvPr>
          <p:cNvCxnSpPr/>
          <p:nvPr/>
        </p:nvCxnSpPr>
        <p:spPr>
          <a:xfrm>
            <a:off x="3092302" y="425302"/>
            <a:ext cx="0" cy="8328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2944D89E-C4AA-ABE7-5DB6-8A59745B6DEE}"/>
              </a:ext>
            </a:extLst>
          </p:cNvPr>
          <p:cNvCxnSpPr>
            <a:endCxn id="9" idx="0"/>
          </p:cNvCxnSpPr>
          <p:nvPr/>
        </p:nvCxnSpPr>
        <p:spPr>
          <a:xfrm>
            <a:off x="8932068" y="425302"/>
            <a:ext cx="0" cy="8328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A1135A06-493B-83D1-6BCF-40E07FD9B8D8}"/>
              </a:ext>
            </a:extLst>
          </p:cNvPr>
          <p:cNvCxnSpPr>
            <a:cxnSpLocks/>
          </p:cNvCxnSpPr>
          <p:nvPr/>
        </p:nvCxnSpPr>
        <p:spPr>
          <a:xfrm>
            <a:off x="6315151" y="5050464"/>
            <a:ext cx="5326639" cy="177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E103B530-0D1C-D0C5-2649-0150E7EA112D}"/>
              </a:ext>
            </a:extLst>
          </p:cNvPr>
          <p:cNvCxnSpPr/>
          <p:nvPr/>
        </p:nvCxnSpPr>
        <p:spPr>
          <a:xfrm>
            <a:off x="6315151" y="4720856"/>
            <a:ext cx="0" cy="3296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B620B0B1-7A8E-DA8E-024E-BD511F01DDE4}"/>
              </a:ext>
            </a:extLst>
          </p:cNvPr>
          <p:cNvCxnSpPr>
            <a:stCxn id="42" idx="2"/>
          </p:cNvCxnSpPr>
          <p:nvPr/>
        </p:nvCxnSpPr>
        <p:spPr>
          <a:xfrm flipH="1">
            <a:off x="7599936" y="4543640"/>
            <a:ext cx="1" cy="5068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97F71380-3CC4-A61A-F516-DDB49D138742}"/>
              </a:ext>
            </a:extLst>
          </p:cNvPr>
          <p:cNvCxnSpPr>
            <a:stCxn id="46" idx="2"/>
          </p:cNvCxnSpPr>
          <p:nvPr/>
        </p:nvCxnSpPr>
        <p:spPr>
          <a:xfrm>
            <a:off x="8848418" y="4561366"/>
            <a:ext cx="7874" cy="4890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5D0FDEE5-A320-66BF-D4B0-E6325325D3F1}"/>
              </a:ext>
            </a:extLst>
          </p:cNvPr>
          <p:cNvCxnSpPr>
            <a:stCxn id="45" idx="2"/>
          </p:cNvCxnSpPr>
          <p:nvPr/>
        </p:nvCxnSpPr>
        <p:spPr>
          <a:xfrm flipH="1">
            <a:off x="10099795" y="4543640"/>
            <a:ext cx="1" cy="5068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C3BB7359-F730-B2A6-B151-131F7F76B81E}"/>
              </a:ext>
            </a:extLst>
          </p:cNvPr>
          <p:cNvCxnSpPr>
            <a:cxnSpLocks/>
          </p:cNvCxnSpPr>
          <p:nvPr/>
        </p:nvCxnSpPr>
        <p:spPr>
          <a:xfrm flipH="1">
            <a:off x="11641790" y="4535669"/>
            <a:ext cx="861" cy="5068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CF178AF1-AE9C-6DEE-065A-8624E434B644}"/>
              </a:ext>
            </a:extLst>
          </p:cNvPr>
          <p:cNvCxnSpPr>
            <a:cxnSpLocks/>
          </p:cNvCxnSpPr>
          <p:nvPr/>
        </p:nvCxnSpPr>
        <p:spPr>
          <a:xfrm>
            <a:off x="3165843" y="5056313"/>
            <a:ext cx="7975" cy="3081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D0B3D79A-463F-FFB8-D798-8AAB5007D431}"/>
              </a:ext>
            </a:extLst>
          </p:cNvPr>
          <p:cNvCxnSpPr>
            <a:cxnSpLocks/>
          </p:cNvCxnSpPr>
          <p:nvPr/>
        </p:nvCxnSpPr>
        <p:spPr>
          <a:xfrm>
            <a:off x="8848418" y="5068190"/>
            <a:ext cx="7975" cy="3473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5448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FE9AF7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8C98437-2DAF-DDEC-0AF3-7EA9F625F424}"/>
              </a:ext>
            </a:extLst>
          </p:cNvPr>
          <p:cNvSpPr/>
          <p:nvPr/>
        </p:nvSpPr>
        <p:spPr>
          <a:xfrm>
            <a:off x="5091223" y="127591"/>
            <a:ext cx="2009553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Dinesh</a:t>
            </a:r>
            <a:b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(SPOC)</a:t>
            </a:r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D292B7-391D-BD13-9843-0E419921C78C}"/>
              </a:ext>
            </a:extLst>
          </p:cNvPr>
          <p:cNvSpPr/>
          <p:nvPr/>
        </p:nvSpPr>
        <p:spPr>
          <a:xfrm>
            <a:off x="2169043" y="1258189"/>
            <a:ext cx="2009553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MLS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41B0E5-A7F8-EE39-F94D-152AC381E22F}"/>
              </a:ext>
            </a:extLst>
          </p:cNvPr>
          <p:cNvSpPr/>
          <p:nvPr/>
        </p:nvSpPr>
        <p:spPr>
          <a:xfrm>
            <a:off x="7927291" y="1258189"/>
            <a:ext cx="2009553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D040B7-6BB4-E14B-C638-0EF56E254F94}"/>
              </a:ext>
            </a:extLst>
          </p:cNvPr>
          <p:cNvSpPr/>
          <p:nvPr/>
        </p:nvSpPr>
        <p:spPr>
          <a:xfrm>
            <a:off x="1116419" y="4033309"/>
            <a:ext cx="1202341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Downloading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Wave 27">
            <a:extLst>
              <a:ext uri="{FF2B5EF4-FFF2-40B4-BE49-F238E27FC236}">
                <a16:creationId xmlns:a16="http://schemas.microsoft.com/office/drawing/2014/main" id="{06A7EBF2-1038-7E08-7B76-26352032BE94}"/>
              </a:ext>
            </a:extLst>
          </p:cNvPr>
          <p:cNvSpPr/>
          <p:nvPr/>
        </p:nvSpPr>
        <p:spPr>
          <a:xfrm>
            <a:off x="2169043" y="5310069"/>
            <a:ext cx="2262698" cy="891362"/>
          </a:xfrm>
          <a:prstGeom prst="wave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Sreeram</a:t>
            </a:r>
            <a:b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(QC)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467713E-C112-AB4E-69B6-9271A36DF540}"/>
              </a:ext>
            </a:extLst>
          </p:cNvPr>
          <p:cNvSpPr/>
          <p:nvPr/>
        </p:nvSpPr>
        <p:spPr>
          <a:xfrm>
            <a:off x="2416382" y="2456125"/>
            <a:ext cx="1514874" cy="89136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Wichita</a:t>
            </a:r>
          </a:p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Kerr</a:t>
            </a:r>
          </a:p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Jefferson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093544D-5C4C-3239-41EE-0C0D316D07C3}"/>
              </a:ext>
            </a:extLst>
          </p:cNvPr>
          <p:cNvSpPr/>
          <p:nvPr/>
        </p:nvSpPr>
        <p:spPr>
          <a:xfrm>
            <a:off x="8098855" y="2340048"/>
            <a:ext cx="1514874" cy="89136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Aransas</a:t>
            </a:r>
          </a:p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Bexar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C38B901-C2A4-5A52-81C4-B98D1346F836}"/>
              </a:ext>
            </a:extLst>
          </p:cNvPr>
          <p:cNvSpPr/>
          <p:nvPr/>
        </p:nvSpPr>
        <p:spPr>
          <a:xfrm>
            <a:off x="2572648" y="4012033"/>
            <a:ext cx="1202341" cy="542250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</a:t>
            </a:r>
            <a:b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Validation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CC7950E-4C52-0F48-084D-41348874CDCF}"/>
              </a:ext>
            </a:extLst>
          </p:cNvPr>
          <p:cNvSpPr/>
          <p:nvPr/>
        </p:nvSpPr>
        <p:spPr>
          <a:xfrm>
            <a:off x="4000523" y="3986313"/>
            <a:ext cx="1202341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Uploading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47DD5DC-6070-82E8-0790-49EE4B8D59BC}"/>
              </a:ext>
            </a:extLst>
          </p:cNvPr>
          <p:cNvSpPr/>
          <p:nvPr/>
        </p:nvSpPr>
        <p:spPr>
          <a:xfrm>
            <a:off x="6998766" y="3980114"/>
            <a:ext cx="1202341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</a:t>
            </a:r>
            <a:b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Extraction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28CFC68-20D1-53B8-3C26-A6C4D74DD89A}"/>
              </a:ext>
            </a:extLst>
          </p:cNvPr>
          <p:cNvSpPr/>
          <p:nvPr/>
        </p:nvSpPr>
        <p:spPr>
          <a:xfrm>
            <a:off x="5713981" y="3997796"/>
            <a:ext cx="1202341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Downloads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0EB0BD8-E446-6E59-F52A-C35B800065DC}"/>
              </a:ext>
            </a:extLst>
          </p:cNvPr>
          <p:cNvSpPr/>
          <p:nvPr/>
        </p:nvSpPr>
        <p:spPr>
          <a:xfrm>
            <a:off x="10742128" y="3972143"/>
            <a:ext cx="1202341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Spartaxx</a:t>
            </a:r>
            <a:b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Updates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262294C-AA33-67FD-3CFF-F39C5BACC65B}"/>
              </a:ext>
            </a:extLst>
          </p:cNvPr>
          <p:cNvSpPr/>
          <p:nvPr/>
        </p:nvSpPr>
        <p:spPr>
          <a:xfrm>
            <a:off x="9498625" y="3980114"/>
            <a:ext cx="1202341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PW</a:t>
            </a:r>
            <a:b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Indexing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1070BE6-C686-DAC1-B4B1-7E15D10A4ED5}"/>
              </a:ext>
            </a:extLst>
          </p:cNvPr>
          <p:cNvSpPr/>
          <p:nvPr/>
        </p:nvSpPr>
        <p:spPr>
          <a:xfrm>
            <a:off x="8255123" y="3980113"/>
            <a:ext cx="1186590" cy="581253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b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U&amp;E/Median/</a:t>
            </a:r>
            <a:b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Mean Values extraction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Wave 48">
            <a:extLst>
              <a:ext uri="{FF2B5EF4-FFF2-40B4-BE49-F238E27FC236}">
                <a16:creationId xmlns:a16="http://schemas.microsoft.com/office/drawing/2014/main" id="{9852CA30-19C6-55AC-1476-EDD8C356E9BA}"/>
              </a:ext>
            </a:extLst>
          </p:cNvPr>
          <p:cNvSpPr/>
          <p:nvPr/>
        </p:nvSpPr>
        <p:spPr>
          <a:xfrm>
            <a:off x="7724943" y="5310069"/>
            <a:ext cx="2262698" cy="891362"/>
          </a:xfrm>
          <a:prstGeom prst="wave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Ravi</a:t>
            </a:r>
            <a:b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(QC)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C5460FE-E512-6344-8E0F-CFFC4EF11B59}"/>
              </a:ext>
            </a:extLst>
          </p:cNvPr>
          <p:cNvCxnSpPr>
            <a:cxnSpLocks/>
          </p:cNvCxnSpPr>
          <p:nvPr/>
        </p:nvCxnSpPr>
        <p:spPr>
          <a:xfrm>
            <a:off x="3073694" y="1833692"/>
            <a:ext cx="15951" cy="6224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D409A7D-98CF-E67C-88AD-B912FA4980FA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8932068" y="1821715"/>
            <a:ext cx="20546" cy="5183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A98AFA0E-4ED0-084D-D40A-438A1B23B81D}"/>
              </a:ext>
            </a:extLst>
          </p:cNvPr>
          <p:cNvCxnSpPr>
            <a:cxnSpLocks/>
          </p:cNvCxnSpPr>
          <p:nvPr/>
        </p:nvCxnSpPr>
        <p:spPr>
          <a:xfrm flipH="1">
            <a:off x="3121096" y="3347487"/>
            <a:ext cx="15951" cy="2675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155362AC-4FEF-D58B-DD49-A82A760DD036}"/>
              </a:ext>
            </a:extLst>
          </p:cNvPr>
          <p:cNvCxnSpPr/>
          <p:nvPr/>
        </p:nvCxnSpPr>
        <p:spPr>
          <a:xfrm>
            <a:off x="1717589" y="3605761"/>
            <a:ext cx="0" cy="3969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B582A7F3-BE76-8952-9FE7-EB85E92EECEE}"/>
              </a:ext>
            </a:extLst>
          </p:cNvPr>
          <p:cNvCxnSpPr>
            <a:cxnSpLocks/>
          </p:cNvCxnSpPr>
          <p:nvPr/>
        </p:nvCxnSpPr>
        <p:spPr>
          <a:xfrm>
            <a:off x="3113120" y="3615070"/>
            <a:ext cx="7976" cy="3969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46C3F2E3-C793-6751-D19A-C2ABC4EBBF1C}"/>
              </a:ext>
            </a:extLst>
          </p:cNvPr>
          <p:cNvCxnSpPr>
            <a:endCxn id="41" idx="0"/>
          </p:cNvCxnSpPr>
          <p:nvPr/>
        </p:nvCxnSpPr>
        <p:spPr>
          <a:xfrm>
            <a:off x="4601693" y="3615070"/>
            <a:ext cx="1" cy="3712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B3C3265C-9DC4-2A6E-A85F-5CD7BE00A040}"/>
              </a:ext>
            </a:extLst>
          </p:cNvPr>
          <p:cNvCxnSpPr>
            <a:cxnSpLocks/>
          </p:cNvCxnSpPr>
          <p:nvPr/>
        </p:nvCxnSpPr>
        <p:spPr>
          <a:xfrm>
            <a:off x="8848418" y="3347487"/>
            <a:ext cx="7874" cy="2489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0C5F20E9-8A51-E8BB-A91D-66C984D6A753}"/>
              </a:ext>
            </a:extLst>
          </p:cNvPr>
          <p:cNvCxnSpPr>
            <a:endCxn id="43" idx="0"/>
          </p:cNvCxnSpPr>
          <p:nvPr/>
        </p:nvCxnSpPr>
        <p:spPr>
          <a:xfrm>
            <a:off x="6315151" y="3615070"/>
            <a:ext cx="1" cy="3827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F30AAC29-A575-42CA-0FB4-F52569A182C8}"/>
              </a:ext>
            </a:extLst>
          </p:cNvPr>
          <p:cNvCxnSpPr>
            <a:endCxn id="42" idx="0"/>
          </p:cNvCxnSpPr>
          <p:nvPr/>
        </p:nvCxnSpPr>
        <p:spPr>
          <a:xfrm>
            <a:off x="7599936" y="3615070"/>
            <a:ext cx="1" cy="3650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C8E12291-72E6-2901-0037-CA02B1C4E297}"/>
              </a:ext>
            </a:extLst>
          </p:cNvPr>
          <p:cNvCxnSpPr>
            <a:endCxn id="46" idx="0"/>
          </p:cNvCxnSpPr>
          <p:nvPr/>
        </p:nvCxnSpPr>
        <p:spPr>
          <a:xfrm flipH="1">
            <a:off x="8848418" y="3615070"/>
            <a:ext cx="7874" cy="3650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3EBFD351-0DCB-5988-BD23-5EDDF691C297}"/>
              </a:ext>
            </a:extLst>
          </p:cNvPr>
          <p:cNvCxnSpPr>
            <a:endCxn id="45" idx="0"/>
          </p:cNvCxnSpPr>
          <p:nvPr/>
        </p:nvCxnSpPr>
        <p:spPr>
          <a:xfrm>
            <a:off x="10099795" y="3596452"/>
            <a:ext cx="1" cy="3836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1B98AC5B-5598-2991-1435-6B1D79526BD6}"/>
              </a:ext>
            </a:extLst>
          </p:cNvPr>
          <p:cNvCxnSpPr/>
          <p:nvPr/>
        </p:nvCxnSpPr>
        <p:spPr>
          <a:xfrm>
            <a:off x="11642651" y="3615070"/>
            <a:ext cx="0" cy="3650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82D1B80C-384E-9A06-1C3F-E7C526BFA669}"/>
              </a:ext>
            </a:extLst>
          </p:cNvPr>
          <p:cNvCxnSpPr>
            <a:cxnSpLocks/>
          </p:cNvCxnSpPr>
          <p:nvPr/>
        </p:nvCxnSpPr>
        <p:spPr>
          <a:xfrm flipV="1">
            <a:off x="6315151" y="3596452"/>
            <a:ext cx="5327500" cy="186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DD39F06D-EDD7-4B30-0AF7-8D9B8AB0F986}"/>
              </a:ext>
            </a:extLst>
          </p:cNvPr>
          <p:cNvCxnSpPr>
            <a:cxnSpLocks/>
          </p:cNvCxnSpPr>
          <p:nvPr/>
        </p:nvCxnSpPr>
        <p:spPr>
          <a:xfrm>
            <a:off x="1717589" y="3615070"/>
            <a:ext cx="28841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C254B5BF-5C3F-AA8A-FE00-FDA4C3483A9A}"/>
              </a:ext>
            </a:extLst>
          </p:cNvPr>
          <p:cNvCxnSpPr/>
          <p:nvPr/>
        </p:nvCxnSpPr>
        <p:spPr>
          <a:xfrm>
            <a:off x="1754372" y="4720856"/>
            <a:ext cx="0" cy="3296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494FE545-5FE6-15D2-C427-7D99DA3E8E31}"/>
              </a:ext>
            </a:extLst>
          </p:cNvPr>
          <p:cNvCxnSpPr>
            <a:cxnSpLocks/>
          </p:cNvCxnSpPr>
          <p:nvPr/>
        </p:nvCxnSpPr>
        <p:spPr>
          <a:xfrm>
            <a:off x="1754372" y="5050465"/>
            <a:ext cx="284732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A5B6D292-7804-65BD-F811-68AEE0E67152}"/>
              </a:ext>
            </a:extLst>
          </p:cNvPr>
          <p:cNvCxnSpPr>
            <a:stCxn id="40" idx="2"/>
          </p:cNvCxnSpPr>
          <p:nvPr/>
        </p:nvCxnSpPr>
        <p:spPr>
          <a:xfrm>
            <a:off x="3173819" y="4554283"/>
            <a:ext cx="0" cy="4961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35AAC259-468E-46FE-909A-BABA98530730}"/>
              </a:ext>
            </a:extLst>
          </p:cNvPr>
          <p:cNvCxnSpPr/>
          <p:nvPr/>
        </p:nvCxnSpPr>
        <p:spPr>
          <a:xfrm>
            <a:off x="4601693" y="4596835"/>
            <a:ext cx="0" cy="4536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34CC7F7D-428A-2930-0A77-AE49A21B6843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7100776" y="409354"/>
            <a:ext cx="18312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E3DA2418-47E3-50B7-4D8A-2BAAE82CA072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3081670" y="409354"/>
            <a:ext cx="20095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2D90D452-3F0A-4FB1-4638-798E431A0A51}"/>
              </a:ext>
            </a:extLst>
          </p:cNvPr>
          <p:cNvCxnSpPr/>
          <p:nvPr/>
        </p:nvCxnSpPr>
        <p:spPr>
          <a:xfrm>
            <a:off x="3092302" y="425302"/>
            <a:ext cx="0" cy="8328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2944D89E-C4AA-ABE7-5DB6-8A59745B6DEE}"/>
              </a:ext>
            </a:extLst>
          </p:cNvPr>
          <p:cNvCxnSpPr>
            <a:endCxn id="9" idx="0"/>
          </p:cNvCxnSpPr>
          <p:nvPr/>
        </p:nvCxnSpPr>
        <p:spPr>
          <a:xfrm>
            <a:off x="8932068" y="425302"/>
            <a:ext cx="0" cy="8328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A1135A06-493B-83D1-6BCF-40E07FD9B8D8}"/>
              </a:ext>
            </a:extLst>
          </p:cNvPr>
          <p:cNvCxnSpPr>
            <a:cxnSpLocks/>
          </p:cNvCxnSpPr>
          <p:nvPr/>
        </p:nvCxnSpPr>
        <p:spPr>
          <a:xfrm>
            <a:off x="6315151" y="5050464"/>
            <a:ext cx="5324137" cy="177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E103B530-0D1C-D0C5-2649-0150E7EA112D}"/>
              </a:ext>
            </a:extLst>
          </p:cNvPr>
          <p:cNvCxnSpPr/>
          <p:nvPr/>
        </p:nvCxnSpPr>
        <p:spPr>
          <a:xfrm>
            <a:off x="6315151" y="4720856"/>
            <a:ext cx="0" cy="3296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B620B0B1-7A8E-DA8E-024E-BD511F01DDE4}"/>
              </a:ext>
            </a:extLst>
          </p:cNvPr>
          <p:cNvCxnSpPr>
            <a:stCxn id="42" idx="2"/>
          </p:cNvCxnSpPr>
          <p:nvPr/>
        </p:nvCxnSpPr>
        <p:spPr>
          <a:xfrm flipH="1">
            <a:off x="7599936" y="4543640"/>
            <a:ext cx="1" cy="5068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97F71380-3CC4-A61A-F516-DDB49D138742}"/>
              </a:ext>
            </a:extLst>
          </p:cNvPr>
          <p:cNvCxnSpPr>
            <a:stCxn id="46" idx="2"/>
          </p:cNvCxnSpPr>
          <p:nvPr/>
        </p:nvCxnSpPr>
        <p:spPr>
          <a:xfrm>
            <a:off x="8848418" y="4561366"/>
            <a:ext cx="7874" cy="4890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5D0FDEE5-A320-66BF-D4B0-E6325325D3F1}"/>
              </a:ext>
            </a:extLst>
          </p:cNvPr>
          <p:cNvCxnSpPr>
            <a:stCxn id="45" idx="2"/>
          </p:cNvCxnSpPr>
          <p:nvPr/>
        </p:nvCxnSpPr>
        <p:spPr>
          <a:xfrm flipH="1">
            <a:off x="10099795" y="4543640"/>
            <a:ext cx="1" cy="5068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C3BB7359-F730-B2A6-B151-131F7F76B81E}"/>
              </a:ext>
            </a:extLst>
          </p:cNvPr>
          <p:cNvCxnSpPr>
            <a:cxnSpLocks/>
          </p:cNvCxnSpPr>
          <p:nvPr/>
        </p:nvCxnSpPr>
        <p:spPr>
          <a:xfrm flipH="1">
            <a:off x="11639288" y="4535669"/>
            <a:ext cx="861" cy="5068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CF178AF1-AE9C-6DEE-065A-8624E434B644}"/>
              </a:ext>
            </a:extLst>
          </p:cNvPr>
          <p:cNvCxnSpPr>
            <a:cxnSpLocks/>
          </p:cNvCxnSpPr>
          <p:nvPr/>
        </p:nvCxnSpPr>
        <p:spPr>
          <a:xfrm>
            <a:off x="3165843" y="5056313"/>
            <a:ext cx="7975" cy="3081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D0B3D79A-463F-FFB8-D798-8AAB5007D431}"/>
              </a:ext>
            </a:extLst>
          </p:cNvPr>
          <p:cNvCxnSpPr>
            <a:cxnSpLocks/>
          </p:cNvCxnSpPr>
          <p:nvPr/>
        </p:nvCxnSpPr>
        <p:spPr>
          <a:xfrm>
            <a:off x="8848418" y="5068190"/>
            <a:ext cx="7975" cy="3473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4851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FE9AF7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8C98437-2DAF-DDEC-0AF3-7EA9F625F424}"/>
              </a:ext>
            </a:extLst>
          </p:cNvPr>
          <p:cNvSpPr/>
          <p:nvPr/>
        </p:nvSpPr>
        <p:spPr>
          <a:xfrm>
            <a:off x="5091223" y="127591"/>
            <a:ext cx="2009553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Kavya</a:t>
            </a:r>
            <a:b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(SPOC)</a:t>
            </a:r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D292B7-391D-BD13-9843-0E419921C78C}"/>
              </a:ext>
            </a:extLst>
          </p:cNvPr>
          <p:cNvSpPr/>
          <p:nvPr/>
        </p:nvSpPr>
        <p:spPr>
          <a:xfrm>
            <a:off x="2169043" y="1258189"/>
            <a:ext cx="2009553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MLS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41B0E5-A7F8-EE39-F94D-152AC381E22F}"/>
              </a:ext>
            </a:extLst>
          </p:cNvPr>
          <p:cNvSpPr/>
          <p:nvPr/>
        </p:nvSpPr>
        <p:spPr>
          <a:xfrm>
            <a:off x="7927291" y="1258189"/>
            <a:ext cx="2009553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D040B7-6BB4-E14B-C638-0EF56E254F94}"/>
              </a:ext>
            </a:extLst>
          </p:cNvPr>
          <p:cNvSpPr/>
          <p:nvPr/>
        </p:nvSpPr>
        <p:spPr>
          <a:xfrm>
            <a:off x="1116419" y="4033309"/>
            <a:ext cx="1202341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Downloading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Wave 27">
            <a:extLst>
              <a:ext uri="{FF2B5EF4-FFF2-40B4-BE49-F238E27FC236}">
                <a16:creationId xmlns:a16="http://schemas.microsoft.com/office/drawing/2014/main" id="{06A7EBF2-1038-7E08-7B76-26352032BE94}"/>
              </a:ext>
            </a:extLst>
          </p:cNvPr>
          <p:cNvSpPr/>
          <p:nvPr/>
        </p:nvSpPr>
        <p:spPr>
          <a:xfrm>
            <a:off x="2169043" y="5310069"/>
            <a:ext cx="2262698" cy="891362"/>
          </a:xfrm>
          <a:prstGeom prst="wave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Sreeram</a:t>
            </a:r>
            <a:b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(QC)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467713E-C112-AB4E-69B6-9271A36DF540}"/>
              </a:ext>
            </a:extLst>
          </p:cNvPr>
          <p:cNvSpPr/>
          <p:nvPr/>
        </p:nvSpPr>
        <p:spPr>
          <a:xfrm>
            <a:off x="2416382" y="2456125"/>
            <a:ext cx="1514874" cy="89136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Midland</a:t>
            </a:r>
          </a:p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Lubbock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093544D-5C4C-3239-41EE-0C0D316D07C3}"/>
              </a:ext>
            </a:extLst>
          </p:cNvPr>
          <p:cNvSpPr/>
          <p:nvPr/>
        </p:nvSpPr>
        <p:spPr>
          <a:xfrm>
            <a:off x="8098855" y="2340048"/>
            <a:ext cx="1590164" cy="816905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Williamson</a:t>
            </a:r>
          </a:p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Cluster Folders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C38B901-C2A4-5A52-81C4-B98D1346F836}"/>
              </a:ext>
            </a:extLst>
          </p:cNvPr>
          <p:cNvSpPr/>
          <p:nvPr/>
        </p:nvSpPr>
        <p:spPr>
          <a:xfrm>
            <a:off x="2572648" y="4012033"/>
            <a:ext cx="1202341" cy="542250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</a:t>
            </a:r>
            <a:b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Validation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CC7950E-4C52-0F48-084D-41348874CDCF}"/>
              </a:ext>
            </a:extLst>
          </p:cNvPr>
          <p:cNvSpPr/>
          <p:nvPr/>
        </p:nvSpPr>
        <p:spPr>
          <a:xfrm>
            <a:off x="4000523" y="3986313"/>
            <a:ext cx="1202341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Uploading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47DD5DC-6070-82E8-0790-49EE4B8D59BC}"/>
              </a:ext>
            </a:extLst>
          </p:cNvPr>
          <p:cNvSpPr/>
          <p:nvPr/>
        </p:nvSpPr>
        <p:spPr>
          <a:xfrm>
            <a:off x="6998766" y="3980114"/>
            <a:ext cx="1202341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</a:t>
            </a:r>
            <a:b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Extraction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28CFC68-20D1-53B8-3C26-A6C4D74DD89A}"/>
              </a:ext>
            </a:extLst>
          </p:cNvPr>
          <p:cNvSpPr/>
          <p:nvPr/>
        </p:nvSpPr>
        <p:spPr>
          <a:xfrm>
            <a:off x="5713981" y="3997796"/>
            <a:ext cx="1202341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Downloads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0EB0BD8-E446-6E59-F52A-C35B800065DC}"/>
              </a:ext>
            </a:extLst>
          </p:cNvPr>
          <p:cNvSpPr/>
          <p:nvPr/>
        </p:nvSpPr>
        <p:spPr>
          <a:xfrm>
            <a:off x="10742128" y="3972143"/>
            <a:ext cx="1202341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Spartaxx</a:t>
            </a:r>
            <a:b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Updates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262294C-AA33-67FD-3CFF-F39C5BACC65B}"/>
              </a:ext>
            </a:extLst>
          </p:cNvPr>
          <p:cNvSpPr/>
          <p:nvPr/>
        </p:nvSpPr>
        <p:spPr>
          <a:xfrm>
            <a:off x="9498625" y="3980114"/>
            <a:ext cx="1202341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PW</a:t>
            </a:r>
            <a:b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Indexing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1070BE6-C686-DAC1-B4B1-7E15D10A4ED5}"/>
              </a:ext>
            </a:extLst>
          </p:cNvPr>
          <p:cNvSpPr/>
          <p:nvPr/>
        </p:nvSpPr>
        <p:spPr>
          <a:xfrm>
            <a:off x="8255123" y="3980113"/>
            <a:ext cx="1186590" cy="581253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b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U&amp;E/Median/</a:t>
            </a:r>
            <a:b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Mean Values extraction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Wave 48">
            <a:extLst>
              <a:ext uri="{FF2B5EF4-FFF2-40B4-BE49-F238E27FC236}">
                <a16:creationId xmlns:a16="http://schemas.microsoft.com/office/drawing/2014/main" id="{9852CA30-19C6-55AC-1476-EDD8C356E9BA}"/>
              </a:ext>
            </a:extLst>
          </p:cNvPr>
          <p:cNvSpPr/>
          <p:nvPr/>
        </p:nvSpPr>
        <p:spPr>
          <a:xfrm>
            <a:off x="7724943" y="5310069"/>
            <a:ext cx="2262698" cy="891362"/>
          </a:xfrm>
          <a:prstGeom prst="wave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Deepika</a:t>
            </a:r>
            <a:b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(QC)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C5460FE-E512-6344-8E0F-CFFC4EF11B59}"/>
              </a:ext>
            </a:extLst>
          </p:cNvPr>
          <p:cNvCxnSpPr>
            <a:cxnSpLocks/>
          </p:cNvCxnSpPr>
          <p:nvPr/>
        </p:nvCxnSpPr>
        <p:spPr>
          <a:xfrm>
            <a:off x="3073694" y="1833692"/>
            <a:ext cx="15951" cy="6224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D409A7D-98CF-E67C-88AD-B912FA4980FA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8932068" y="1821715"/>
            <a:ext cx="20546" cy="5183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A98AFA0E-4ED0-084D-D40A-438A1B23B81D}"/>
              </a:ext>
            </a:extLst>
          </p:cNvPr>
          <p:cNvCxnSpPr>
            <a:cxnSpLocks/>
          </p:cNvCxnSpPr>
          <p:nvPr/>
        </p:nvCxnSpPr>
        <p:spPr>
          <a:xfrm flipH="1">
            <a:off x="3121096" y="3347487"/>
            <a:ext cx="15951" cy="2675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155362AC-4FEF-D58B-DD49-A82A760DD036}"/>
              </a:ext>
            </a:extLst>
          </p:cNvPr>
          <p:cNvCxnSpPr>
            <a:cxnSpLocks/>
          </p:cNvCxnSpPr>
          <p:nvPr/>
        </p:nvCxnSpPr>
        <p:spPr>
          <a:xfrm>
            <a:off x="1754372" y="3596452"/>
            <a:ext cx="0" cy="4155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B582A7F3-BE76-8952-9FE7-EB85E92EECEE}"/>
              </a:ext>
            </a:extLst>
          </p:cNvPr>
          <p:cNvCxnSpPr>
            <a:cxnSpLocks/>
          </p:cNvCxnSpPr>
          <p:nvPr/>
        </p:nvCxnSpPr>
        <p:spPr>
          <a:xfrm>
            <a:off x="3113120" y="3615070"/>
            <a:ext cx="7976" cy="3969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46C3F2E3-C793-6751-D19A-C2ABC4EBBF1C}"/>
              </a:ext>
            </a:extLst>
          </p:cNvPr>
          <p:cNvCxnSpPr>
            <a:endCxn id="41" idx="0"/>
          </p:cNvCxnSpPr>
          <p:nvPr/>
        </p:nvCxnSpPr>
        <p:spPr>
          <a:xfrm>
            <a:off x="4601693" y="3615070"/>
            <a:ext cx="1" cy="3712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B3C3265C-9DC4-2A6E-A85F-5CD7BE00A040}"/>
              </a:ext>
            </a:extLst>
          </p:cNvPr>
          <p:cNvCxnSpPr>
            <a:cxnSpLocks/>
          </p:cNvCxnSpPr>
          <p:nvPr/>
        </p:nvCxnSpPr>
        <p:spPr>
          <a:xfrm>
            <a:off x="8848418" y="3347487"/>
            <a:ext cx="7874" cy="2489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0C5F20E9-8A51-E8BB-A91D-66C984D6A753}"/>
              </a:ext>
            </a:extLst>
          </p:cNvPr>
          <p:cNvCxnSpPr>
            <a:endCxn id="43" idx="0"/>
          </p:cNvCxnSpPr>
          <p:nvPr/>
        </p:nvCxnSpPr>
        <p:spPr>
          <a:xfrm>
            <a:off x="6315151" y="3615070"/>
            <a:ext cx="1" cy="3827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F30AAC29-A575-42CA-0FB4-F52569A182C8}"/>
              </a:ext>
            </a:extLst>
          </p:cNvPr>
          <p:cNvCxnSpPr>
            <a:endCxn id="42" idx="0"/>
          </p:cNvCxnSpPr>
          <p:nvPr/>
        </p:nvCxnSpPr>
        <p:spPr>
          <a:xfrm>
            <a:off x="7599936" y="3615070"/>
            <a:ext cx="1" cy="3650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C8E12291-72E6-2901-0037-CA02B1C4E297}"/>
              </a:ext>
            </a:extLst>
          </p:cNvPr>
          <p:cNvCxnSpPr>
            <a:endCxn id="46" idx="0"/>
          </p:cNvCxnSpPr>
          <p:nvPr/>
        </p:nvCxnSpPr>
        <p:spPr>
          <a:xfrm flipH="1">
            <a:off x="8848418" y="3615070"/>
            <a:ext cx="7874" cy="3650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3EBFD351-0DCB-5988-BD23-5EDDF691C297}"/>
              </a:ext>
            </a:extLst>
          </p:cNvPr>
          <p:cNvCxnSpPr>
            <a:endCxn id="45" idx="0"/>
          </p:cNvCxnSpPr>
          <p:nvPr/>
        </p:nvCxnSpPr>
        <p:spPr>
          <a:xfrm>
            <a:off x="10099795" y="3596452"/>
            <a:ext cx="1" cy="3836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1B98AC5B-5598-2991-1435-6B1D79526BD6}"/>
              </a:ext>
            </a:extLst>
          </p:cNvPr>
          <p:cNvCxnSpPr/>
          <p:nvPr/>
        </p:nvCxnSpPr>
        <p:spPr>
          <a:xfrm>
            <a:off x="11642651" y="3615070"/>
            <a:ext cx="0" cy="3650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82D1B80C-384E-9A06-1C3F-E7C526BFA669}"/>
              </a:ext>
            </a:extLst>
          </p:cNvPr>
          <p:cNvCxnSpPr>
            <a:cxnSpLocks/>
          </p:cNvCxnSpPr>
          <p:nvPr/>
        </p:nvCxnSpPr>
        <p:spPr>
          <a:xfrm flipV="1">
            <a:off x="6315151" y="3596452"/>
            <a:ext cx="5327500" cy="186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DD39F06D-EDD7-4B30-0AF7-8D9B8AB0F986}"/>
              </a:ext>
            </a:extLst>
          </p:cNvPr>
          <p:cNvCxnSpPr>
            <a:cxnSpLocks/>
          </p:cNvCxnSpPr>
          <p:nvPr/>
        </p:nvCxnSpPr>
        <p:spPr>
          <a:xfrm>
            <a:off x="1754372" y="3596452"/>
            <a:ext cx="2847321" cy="186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C254B5BF-5C3F-AA8A-FE00-FDA4C3483A9A}"/>
              </a:ext>
            </a:extLst>
          </p:cNvPr>
          <p:cNvCxnSpPr/>
          <p:nvPr/>
        </p:nvCxnSpPr>
        <p:spPr>
          <a:xfrm>
            <a:off x="1754372" y="4720856"/>
            <a:ext cx="0" cy="3296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494FE545-5FE6-15D2-C427-7D99DA3E8E31}"/>
              </a:ext>
            </a:extLst>
          </p:cNvPr>
          <p:cNvCxnSpPr>
            <a:cxnSpLocks/>
          </p:cNvCxnSpPr>
          <p:nvPr/>
        </p:nvCxnSpPr>
        <p:spPr>
          <a:xfrm>
            <a:off x="1754372" y="5050465"/>
            <a:ext cx="284732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A5B6D292-7804-65BD-F811-68AEE0E67152}"/>
              </a:ext>
            </a:extLst>
          </p:cNvPr>
          <p:cNvCxnSpPr>
            <a:stCxn id="40" idx="2"/>
          </p:cNvCxnSpPr>
          <p:nvPr/>
        </p:nvCxnSpPr>
        <p:spPr>
          <a:xfrm>
            <a:off x="3173819" y="4554283"/>
            <a:ext cx="0" cy="4961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35AAC259-468E-46FE-909A-BABA98530730}"/>
              </a:ext>
            </a:extLst>
          </p:cNvPr>
          <p:cNvCxnSpPr/>
          <p:nvPr/>
        </p:nvCxnSpPr>
        <p:spPr>
          <a:xfrm>
            <a:off x="4601693" y="4596835"/>
            <a:ext cx="0" cy="4536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34CC7F7D-428A-2930-0A77-AE49A21B6843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7100776" y="409354"/>
            <a:ext cx="18312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E3DA2418-47E3-50B7-4D8A-2BAAE82CA072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3081670" y="409354"/>
            <a:ext cx="20095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2D90D452-3F0A-4FB1-4638-798E431A0A51}"/>
              </a:ext>
            </a:extLst>
          </p:cNvPr>
          <p:cNvCxnSpPr/>
          <p:nvPr/>
        </p:nvCxnSpPr>
        <p:spPr>
          <a:xfrm>
            <a:off x="3092302" y="425302"/>
            <a:ext cx="0" cy="8328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2944D89E-C4AA-ABE7-5DB6-8A59745B6DEE}"/>
              </a:ext>
            </a:extLst>
          </p:cNvPr>
          <p:cNvCxnSpPr>
            <a:endCxn id="9" idx="0"/>
          </p:cNvCxnSpPr>
          <p:nvPr/>
        </p:nvCxnSpPr>
        <p:spPr>
          <a:xfrm>
            <a:off x="8932068" y="425302"/>
            <a:ext cx="0" cy="8328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A1135A06-493B-83D1-6BCF-40E07FD9B8D8}"/>
              </a:ext>
            </a:extLst>
          </p:cNvPr>
          <p:cNvCxnSpPr>
            <a:cxnSpLocks/>
          </p:cNvCxnSpPr>
          <p:nvPr/>
        </p:nvCxnSpPr>
        <p:spPr>
          <a:xfrm flipV="1">
            <a:off x="6315151" y="5042493"/>
            <a:ext cx="5327500" cy="79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E103B530-0D1C-D0C5-2649-0150E7EA112D}"/>
              </a:ext>
            </a:extLst>
          </p:cNvPr>
          <p:cNvCxnSpPr/>
          <p:nvPr/>
        </p:nvCxnSpPr>
        <p:spPr>
          <a:xfrm>
            <a:off x="6315151" y="4720856"/>
            <a:ext cx="0" cy="3296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B620B0B1-7A8E-DA8E-024E-BD511F01DDE4}"/>
              </a:ext>
            </a:extLst>
          </p:cNvPr>
          <p:cNvCxnSpPr>
            <a:stCxn id="42" idx="2"/>
          </p:cNvCxnSpPr>
          <p:nvPr/>
        </p:nvCxnSpPr>
        <p:spPr>
          <a:xfrm flipH="1">
            <a:off x="7599936" y="4543640"/>
            <a:ext cx="1" cy="5068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97F71380-3CC4-A61A-F516-DDB49D138742}"/>
              </a:ext>
            </a:extLst>
          </p:cNvPr>
          <p:cNvCxnSpPr>
            <a:cxnSpLocks/>
            <a:stCxn id="46" idx="2"/>
          </p:cNvCxnSpPr>
          <p:nvPr/>
        </p:nvCxnSpPr>
        <p:spPr>
          <a:xfrm>
            <a:off x="8848418" y="4561366"/>
            <a:ext cx="7874" cy="4890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5D0FDEE5-A320-66BF-D4B0-E6325325D3F1}"/>
              </a:ext>
            </a:extLst>
          </p:cNvPr>
          <p:cNvCxnSpPr>
            <a:stCxn id="45" idx="2"/>
          </p:cNvCxnSpPr>
          <p:nvPr/>
        </p:nvCxnSpPr>
        <p:spPr>
          <a:xfrm flipH="1">
            <a:off x="10099795" y="4543640"/>
            <a:ext cx="1" cy="5068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C3BB7359-F730-B2A6-B151-131F7F76B81E}"/>
              </a:ext>
            </a:extLst>
          </p:cNvPr>
          <p:cNvCxnSpPr>
            <a:cxnSpLocks/>
          </p:cNvCxnSpPr>
          <p:nvPr/>
        </p:nvCxnSpPr>
        <p:spPr>
          <a:xfrm flipH="1">
            <a:off x="11642651" y="4535669"/>
            <a:ext cx="861" cy="5068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CF178AF1-AE9C-6DEE-065A-8624E434B644}"/>
              </a:ext>
            </a:extLst>
          </p:cNvPr>
          <p:cNvCxnSpPr>
            <a:cxnSpLocks/>
          </p:cNvCxnSpPr>
          <p:nvPr/>
        </p:nvCxnSpPr>
        <p:spPr>
          <a:xfrm>
            <a:off x="3165843" y="5056313"/>
            <a:ext cx="7975" cy="3081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D0B3D79A-463F-FFB8-D798-8AAB5007D431}"/>
              </a:ext>
            </a:extLst>
          </p:cNvPr>
          <p:cNvCxnSpPr>
            <a:cxnSpLocks/>
          </p:cNvCxnSpPr>
          <p:nvPr/>
        </p:nvCxnSpPr>
        <p:spPr>
          <a:xfrm>
            <a:off x="8848418" y="5068190"/>
            <a:ext cx="7975" cy="3473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0009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FE9AF7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8C98437-2DAF-DDEC-0AF3-7EA9F625F424}"/>
              </a:ext>
            </a:extLst>
          </p:cNvPr>
          <p:cNvSpPr/>
          <p:nvPr/>
        </p:nvSpPr>
        <p:spPr>
          <a:xfrm>
            <a:off x="5091223" y="127591"/>
            <a:ext cx="2009553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Sakthi</a:t>
            </a:r>
            <a:b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(SPOC)</a:t>
            </a:r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D292B7-391D-BD13-9843-0E419921C78C}"/>
              </a:ext>
            </a:extLst>
          </p:cNvPr>
          <p:cNvSpPr/>
          <p:nvPr/>
        </p:nvSpPr>
        <p:spPr>
          <a:xfrm>
            <a:off x="2169043" y="1258189"/>
            <a:ext cx="2009553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MLS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41B0E5-A7F8-EE39-F94D-152AC381E22F}"/>
              </a:ext>
            </a:extLst>
          </p:cNvPr>
          <p:cNvSpPr/>
          <p:nvPr/>
        </p:nvSpPr>
        <p:spPr>
          <a:xfrm>
            <a:off x="7927291" y="1258189"/>
            <a:ext cx="2009553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D040B7-6BB4-E14B-C638-0EF56E254F94}"/>
              </a:ext>
            </a:extLst>
          </p:cNvPr>
          <p:cNvSpPr/>
          <p:nvPr/>
        </p:nvSpPr>
        <p:spPr>
          <a:xfrm>
            <a:off x="1116419" y="4033309"/>
            <a:ext cx="1202341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Downloading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Wave 27">
            <a:extLst>
              <a:ext uri="{FF2B5EF4-FFF2-40B4-BE49-F238E27FC236}">
                <a16:creationId xmlns:a16="http://schemas.microsoft.com/office/drawing/2014/main" id="{06A7EBF2-1038-7E08-7B76-26352032BE94}"/>
              </a:ext>
            </a:extLst>
          </p:cNvPr>
          <p:cNvSpPr/>
          <p:nvPr/>
        </p:nvSpPr>
        <p:spPr>
          <a:xfrm>
            <a:off x="2169043" y="5310069"/>
            <a:ext cx="2262698" cy="891362"/>
          </a:xfrm>
          <a:prstGeom prst="wave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Mohan</a:t>
            </a:r>
            <a:b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(QC)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467713E-C112-AB4E-69B6-9271A36DF540}"/>
              </a:ext>
            </a:extLst>
          </p:cNvPr>
          <p:cNvSpPr/>
          <p:nvPr/>
        </p:nvSpPr>
        <p:spPr>
          <a:xfrm>
            <a:off x="2416382" y="2456125"/>
            <a:ext cx="1514874" cy="89136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Harlingen</a:t>
            </a:r>
          </a:p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Henderson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093544D-5C4C-3239-41EE-0C0D316D07C3}"/>
              </a:ext>
            </a:extLst>
          </p:cNvPr>
          <p:cNvSpPr/>
          <p:nvPr/>
        </p:nvSpPr>
        <p:spPr>
          <a:xfrm>
            <a:off x="8098855" y="2340048"/>
            <a:ext cx="1514874" cy="89136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MCAD</a:t>
            </a:r>
          </a:p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McLennan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C38B901-C2A4-5A52-81C4-B98D1346F836}"/>
              </a:ext>
            </a:extLst>
          </p:cNvPr>
          <p:cNvSpPr/>
          <p:nvPr/>
        </p:nvSpPr>
        <p:spPr>
          <a:xfrm>
            <a:off x="2572648" y="4012033"/>
            <a:ext cx="1202341" cy="542250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</a:t>
            </a:r>
            <a:b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Validation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CC7950E-4C52-0F48-084D-41348874CDCF}"/>
              </a:ext>
            </a:extLst>
          </p:cNvPr>
          <p:cNvSpPr/>
          <p:nvPr/>
        </p:nvSpPr>
        <p:spPr>
          <a:xfrm>
            <a:off x="4000523" y="3986313"/>
            <a:ext cx="1202341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Uploading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47DD5DC-6070-82E8-0790-49EE4B8D59BC}"/>
              </a:ext>
            </a:extLst>
          </p:cNvPr>
          <p:cNvSpPr/>
          <p:nvPr/>
        </p:nvSpPr>
        <p:spPr>
          <a:xfrm>
            <a:off x="6998766" y="3980114"/>
            <a:ext cx="1202341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</a:t>
            </a:r>
            <a:b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Extraction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28CFC68-20D1-53B8-3C26-A6C4D74DD89A}"/>
              </a:ext>
            </a:extLst>
          </p:cNvPr>
          <p:cNvSpPr/>
          <p:nvPr/>
        </p:nvSpPr>
        <p:spPr>
          <a:xfrm>
            <a:off x="5713981" y="3997796"/>
            <a:ext cx="1202341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Downloads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0EB0BD8-E446-6E59-F52A-C35B800065DC}"/>
              </a:ext>
            </a:extLst>
          </p:cNvPr>
          <p:cNvSpPr/>
          <p:nvPr/>
        </p:nvSpPr>
        <p:spPr>
          <a:xfrm>
            <a:off x="10742128" y="3972143"/>
            <a:ext cx="1202341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Spartaxx</a:t>
            </a:r>
            <a:b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Updates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262294C-AA33-67FD-3CFF-F39C5BACC65B}"/>
              </a:ext>
            </a:extLst>
          </p:cNvPr>
          <p:cNvSpPr/>
          <p:nvPr/>
        </p:nvSpPr>
        <p:spPr>
          <a:xfrm>
            <a:off x="9498625" y="3980114"/>
            <a:ext cx="1202341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PW</a:t>
            </a:r>
            <a:b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Indexing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1070BE6-C686-DAC1-B4B1-7E15D10A4ED5}"/>
              </a:ext>
            </a:extLst>
          </p:cNvPr>
          <p:cNvSpPr/>
          <p:nvPr/>
        </p:nvSpPr>
        <p:spPr>
          <a:xfrm>
            <a:off x="8255123" y="3980113"/>
            <a:ext cx="1186590" cy="581253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b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U&amp;E/Median/</a:t>
            </a:r>
            <a:b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Mean Values extraction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Wave 48">
            <a:extLst>
              <a:ext uri="{FF2B5EF4-FFF2-40B4-BE49-F238E27FC236}">
                <a16:creationId xmlns:a16="http://schemas.microsoft.com/office/drawing/2014/main" id="{9852CA30-19C6-55AC-1476-EDD8C356E9BA}"/>
              </a:ext>
            </a:extLst>
          </p:cNvPr>
          <p:cNvSpPr/>
          <p:nvPr/>
        </p:nvSpPr>
        <p:spPr>
          <a:xfrm>
            <a:off x="7724943" y="5310069"/>
            <a:ext cx="2262698" cy="891362"/>
          </a:xfrm>
          <a:prstGeom prst="wave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Mohan</a:t>
            </a:r>
            <a:b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(QC)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C5460FE-E512-6344-8E0F-CFFC4EF11B59}"/>
              </a:ext>
            </a:extLst>
          </p:cNvPr>
          <p:cNvCxnSpPr>
            <a:cxnSpLocks/>
          </p:cNvCxnSpPr>
          <p:nvPr/>
        </p:nvCxnSpPr>
        <p:spPr>
          <a:xfrm>
            <a:off x="3073694" y="1833692"/>
            <a:ext cx="15951" cy="6224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D409A7D-98CF-E67C-88AD-B912FA4980FA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8932068" y="1821715"/>
            <a:ext cx="20546" cy="5183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A98AFA0E-4ED0-084D-D40A-438A1B23B81D}"/>
              </a:ext>
            </a:extLst>
          </p:cNvPr>
          <p:cNvCxnSpPr>
            <a:cxnSpLocks/>
          </p:cNvCxnSpPr>
          <p:nvPr/>
        </p:nvCxnSpPr>
        <p:spPr>
          <a:xfrm flipH="1">
            <a:off x="3121096" y="3347487"/>
            <a:ext cx="15951" cy="2675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155362AC-4FEF-D58B-DD49-A82A760DD036}"/>
              </a:ext>
            </a:extLst>
          </p:cNvPr>
          <p:cNvCxnSpPr>
            <a:cxnSpLocks/>
          </p:cNvCxnSpPr>
          <p:nvPr/>
        </p:nvCxnSpPr>
        <p:spPr>
          <a:xfrm>
            <a:off x="1733107" y="3615070"/>
            <a:ext cx="0" cy="4182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B582A7F3-BE76-8952-9FE7-EB85E92EECEE}"/>
              </a:ext>
            </a:extLst>
          </p:cNvPr>
          <p:cNvCxnSpPr>
            <a:cxnSpLocks/>
          </p:cNvCxnSpPr>
          <p:nvPr/>
        </p:nvCxnSpPr>
        <p:spPr>
          <a:xfrm>
            <a:off x="3113120" y="3615070"/>
            <a:ext cx="7976" cy="3969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46C3F2E3-C793-6751-D19A-C2ABC4EBBF1C}"/>
              </a:ext>
            </a:extLst>
          </p:cNvPr>
          <p:cNvCxnSpPr>
            <a:endCxn id="41" idx="0"/>
          </p:cNvCxnSpPr>
          <p:nvPr/>
        </p:nvCxnSpPr>
        <p:spPr>
          <a:xfrm>
            <a:off x="4601693" y="3615070"/>
            <a:ext cx="1" cy="3712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B3C3265C-9DC4-2A6E-A85F-5CD7BE00A040}"/>
              </a:ext>
            </a:extLst>
          </p:cNvPr>
          <p:cNvCxnSpPr>
            <a:cxnSpLocks/>
          </p:cNvCxnSpPr>
          <p:nvPr/>
        </p:nvCxnSpPr>
        <p:spPr>
          <a:xfrm>
            <a:off x="8848418" y="3347487"/>
            <a:ext cx="7874" cy="2489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0C5F20E9-8A51-E8BB-A91D-66C984D6A753}"/>
              </a:ext>
            </a:extLst>
          </p:cNvPr>
          <p:cNvCxnSpPr>
            <a:endCxn id="43" idx="0"/>
          </p:cNvCxnSpPr>
          <p:nvPr/>
        </p:nvCxnSpPr>
        <p:spPr>
          <a:xfrm>
            <a:off x="6315151" y="3615070"/>
            <a:ext cx="1" cy="3827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F30AAC29-A575-42CA-0FB4-F52569A182C8}"/>
              </a:ext>
            </a:extLst>
          </p:cNvPr>
          <p:cNvCxnSpPr>
            <a:endCxn id="42" idx="0"/>
          </p:cNvCxnSpPr>
          <p:nvPr/>
        </p:nvCxnSpPr>
        <p:spPr>
          <a:xfrm>
            <a:off x="7599936" y="3615070"/>
            <a:ext cx="1" cy="3650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C8E12291-72E6-2901-0037-CA02B1C4E297}"/>
              </a:ext>
            </a:extLst>
          </p:cNvPr>
          <p:cNvCxnSpPr>
            <a:endCxn id="46" idx="0"/>
          </p:cNvCxnSpPr>
          <p:nvPr/>
        </p:nvCxnSpPr>
        <p:spPr>
          <a:xfrm flipH="1">
            <a:off x="8848418" y="3615070"/>
            <a:ext cx="7874" cy="3650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3EBFD351-0DCB-5988-BD23-5EDDF691C297}"/>
              </a:ext>
            </a:extLst>
          </p:cNvPr>
          <p:cNvCxnSpPr>
            <a:endCxn id="45" idx="0"/>
          </p:cNvCxnSpPr>
          <p:nvPr/>
        </p:nvCxnSpPr>
        <p:spPr>
          <a:xfrm>
            <a:off x="10099795" y="3596452"/>
            <a:ext cx="1" cy="3836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1B98AC5B-5598-2991-1435-6B1D79526BD6}"/>
              </a:ext>
            </a:extLst>
          </p:cNvPr>
          <p:cNvCxnSpPr/>
          <p:nvPr/>
        </p:nvCxnSpPr>
        <p:spPr>
          <a:xfrm>
            <a:off x="11642651" y="3615070"/>
            <a:ext cx="0" cy="3650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82D1B80C-384E-9A06-1C3F-E7C526BFA669}"/>
              </a:ext>
            </a:extLst>
          </p:cNvPr>
          <p:cNvCxnSpPr>
            <a:cxnSpLocks/>
          </p:cNvCxnSpPr>
          <p:nvPr/>
        </p:nvCxnSpPr>
        <p:spPr>
          <a:xfrm flipV="1">
            <a:off x="6315151" y="3596452"/>
            <a:ext cx="5327500" cy="186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DD39F06D-EDD7-4B30-0AF7-8D9B8AB0F986}"/>
              </a:ext>
            </a:extLst>
          </p:cNvPr>
          <p:cNvCxnSpPr>
            <a:cxnSpLocks/>
          </p:cNvCxnSpPr>
          <p:nvPr/>
        </p:nvCxnSpPr>
        <p:spPr>
          <a:xfrm>
            <a:off x="1733107" y="3615070"/>
            <a:ext cx="286858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C254B5BF-5C3F-AA8A-FE00-FDA4C3483A9A}"/>
              </a:ext>
            </a:extLst>
          </p:cNvPr>
          <p:cNvCxnSpPr/>
          <p:nvPr/>
        </p:nvCxnSpPr>
        <p:spPr>
          <a:xfrm>
            <a:off x="1754372" y="4720856"/>
            <a:ext cx="0" cy="3296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494FE545-5FE6-15D2-C427-7D99DA3E8E31}"/>
              </a:ext>
            </a:extLst>
          </p:cNvPr>
          <p:cNvCxnSpPr>
            <a:cxnSpLocks/>
          </p:cNvCxnSpPr>
          <p:nvPr/>
        </p:nvCxnSpPr>
        <p:spPr>
          <a:xfrm>
            <a:off x="1754372" y="5050465"/>
            <a:ext cx="284732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A5B6D292-7804-65BD-F811-68AEE0E67152}"/>
              </a:ext>
            </a:extLst>
          </p:cNvPr>
          <p:cNvCxnSpPr>
            <a:stCxn id="40" idx="2"/>
          </p:cNvCxnSpPr>
          <p:nvPr/>
        </p:nvCxnSpPr>
        <p:spPr>
          <a:xfrm>
            <a:off x="3173819" y="4554283"/>
            <a:ext cx="0" cy="4961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35AAC259-468E-46FE-909A-BABA98530730}"/>
              </a:ext>
            </a:extLst>
          </p:cNvPr>
          <p:cNvCxnSpPr/>
          <p:nvPr/>
        </p:nvCxnSpPr>
        <p:spPr>
          <a:xfrm>
            <a:off x="4601693" y="4596835"/>
            <a:ext cx="0" cy="4536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34CC7F7D-428A-2930-0A77-AE49A21B6843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7100776" y="409354"/>
            <a:ext cx="18312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E3DA2418-47E3-50B7-4D8A-2BAAE82CA072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3081670" y="409354"/>
            <a:ext cx="20095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2D90D452-3F0A-4FB1-4638-798E431A0A51}"/>
              </a:ext>
            </a:extLst>
          </p:cNvPr>
          <p:cNvCxnSpPr/>
          <p:nvPr/>
        </p:nvCxnSpPr>
        <p:spPr>
          <a:xfrm>
            <a:off x="3092302" y="425302"/>
            <a:ext cx="0" cy="8328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2944D89E-C4AA-ABE7-5DB6-8A59745B6DEE}"/>
              </a:ext>
            </a:extLst>
          </p:cNvPr>
          <p:cNvCxnSpPr>
            <a:endCxn id="9" idx="0"/>
          </p:cNvCxnSpPr>
          <p:nvPr/>
        </p:nvCxnSpPr>
        <p:spPr>
          <a:xfrm>
            <a:off x="8932068" y="425302"/>
            <a:ext cx="0" cy="8328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A1135A06-493B-83D1-6BCF-40E07FD9B8D8}"/>
              </a:ext>
            </a:extLst>
          </p:cNvPr>
          <p:cNvCxnSpPr>
            <a:cxnSpLocks/>
          </p:cNvCxnSpPr>
          <p:nvPr/>
        </p:nvCxnSpPr>
        <p:spPr>
          <a:xfrm flipV="1">
            <a:off x="6315151" y="5042493"/>
            <a:ext cx="5327500" cy="79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E103B530-0D1C-D0C5-2649-0150E7EA112D}"/>
              </a:ext>
            </a:extLst>
          </p:cNvPr>
          <p:cNvCxnSpPr/>
          <p:nvPr/>
        </p:nvCxnSpPr>
        <p:spPr>
          <a:xfrm>
            <a:off x="6315151" y="4720856"/>
            <a:ext cx="0" cy="3296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B620B0B1-7A8E-DA8E-024E-BD511F01DDE4}"/>
              </a:ext>
            </a:extLst>
          </p:cNvPr>
          <p:cNvCxnSpPr>
            <a:stCxn id="42" idx="2"/>
          </p:cNvCxnSpPr>
          <p:nvPr/>
        </p:nvCxnSpPr>
        <p:spPr>
          <a:xfrm flipH="1">
            <a:off x="7599936" y="4543640"/>
            <a:ext cx="1" cy="5068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97F71380-3CC4-A61A-F516-DDB49D138742}"/>
              </a:ext>
            </a:extLst>
          </p:cNvPr>
          <p:cNvCxnSpPr>
            <a:cxnSpLocks/>
            <a:stCxn id="46" idx="2"/>
          </p:cNvCxnSpPr>
          <p:nvPr/>
        </p:nvCxnSpPr>
        <p:spPr>
          <a:xfrm>
            <a:off x="8848418" y="4561366"/>
            <a:ext cx="7874" cy="4890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5D0FDEE5-A320-66BF-D4B0-E6325325D3F1}"/>
              </a:ext>
            </a:extLst>
          </p:cNvPr>
          <p:cNvCxnSpPr>
            <a:stCxn id="45" idx="2"/>
          </p:cNvCxnSpPr>
          <p:nvPr/>
        </p:nvCxnSpPr>
        <p:spPr>
          <a:xfrm flipH="1">
            <a:off x="10099795" y="4543640"/>
            <a:ext cx="1" cy="5068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C3BB7359-F730-B2A6-B151-131F7F76B81E}"/>
              </a:ext>
            </a:extLst>
          </p:cNvPr>
          <p:cNvCxnSpPr>
            <a:cxnSpLocks/>
          </p:cNvCxnSpPr>
          <p:nvPr/>
        </p:nvCxnSpPr>
        <p:spPr>
          <a:xfrm flipH="1">
            <a:off x="11642651" y="4535669"/>
            <a:ext cx="861" cy="5068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CF178AF1-AE9C-6DEE-065A-8624E434B644}"/>
              </a:ext>
            </a:extLst>
          </p:cNvPr>
          <p:cNvCxnSpPr>
            <a:cxnSpLocks/>
          </p:cNvCxnSpPr>
          <p:nvPr/>
        </p:nvCxnSpPr>
        <p:spPr>
          <a:xfrm>
            <a:off x="3165843" y="5056313"/>
            <a:ext cx="7975" cy="3081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D0B3D79A-463F-FFB8-D798-8AAB5007D431}"/>
              </a:ext>
            </a:extLst>
          </p:cNvPr>
          <p:cNvCxnSpPr>
            <a:cxnSpLocks/>
          </p:cNvCxnSpPr>
          <p:nvPr/>
        </p:nvCxnSpPr>
        <p:spPr>
          <a:xfrm>
            <a:off x="8848418" y="5068190"/>
            <a:ext cx="7975" cy="3473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9143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FE9AF7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8C98437-2DAF-DDEC-0AF3-7EA9F625F424}"/>
              </a:ext>
            </a:extLst>
          </p:cNvPr>
          <p:cNvSpPr/>
          <p:nvPr/>
        </p:nvSpPr>
        <p:spPr>
          <a:xfrm>
            <a:off x="5091223" y="127591"/>
            <a:ext cx="2009553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Bharath</a:t>
            </a:r>
            <a:b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(SPOC)</a:t>
            </a:r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D292B7-391D-BD13-9843-0E419921C78C}"/>
              </a:ext>
            </a:extLst>
          </p:cNvPr>
          <p:cNvSpPr/>
          <p:nvPr/>
        </p:nvSpPr>
        <p:spPr>
          <a:xfrm>
            <a:off x="2169043" y="1258189"/>
            <a:ext cx="2009553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MLS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41B0E5-A7F8-EE39-F94D-152AC381E22F}"/>
              </a:ext>
            </a:extLst>
          </p:cNvPr>
          <p:cNvSpPr/>
          <p:nvPr/>
        </p:nvSpPr>
        <p:spPr>
          <a:xfrm>
            <a:off x="7927291" y="1258189"/>
            <a:ext cx="2009553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D040B7-6BB4-E14B-C638-0EF56E254F94}"/>
              </a:ext>
            </a:extLst>
          </p:cNvPr>
          <p:cNvSpPr/>
          <p:nvPr/>
        </p:nvSpPr>
        <p:spPr>
          <a:xfrm>
            <a:off x="1116419" y="4033309"/>
            <a:ext cx="1202341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Downloading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Wave 27">
            <a:extLst>
              <a:ext uri="{FF2B5EF4-FFF2-40B4-BE49-F238E27FC236}">
                <a16:creationId xmlns:a16="http://schemas.microsoft.com/office/drawing/2014/main" id="{06A7EBF2-1038-7E08-7B76-26352032BE94}"/>
              </a:ext>
            </a:extLst>
          </p:cNvPr>
          <p:cNvSpPr/>
          <p:nvPr/>
        </p:nvSpPr>
        <p:spPr>
          <a:xfrm>
            <a:off x="2169043" y="5310069"/>
            <a:ext cx="2262698" cy="891362"/>
          </a:xfrm>
          <a:prstGeom prst="wave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Mohan</a:t>
            </a:r>
            <a:b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(QC)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467713E-C112-AB4E-69B6-9271A36DF540}"/>
              </a:ext>
            </a:extLst>
          </p:cNvPr>
          <p:cNvSpPr/>
          <p:nvPr/>
        </p:nvSpPr>
        <p:spPr>
          <a:xfrm>
            <a:off x="2416382" y="2456125"/>
            <a:ext cx="1514874" cy="89136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TAR</a:t>
            </a:r>
          </a:p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Victoria</a:t>
            </a:r>
          </a:p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Webb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093544D-5C4C-3239-41EE-0C0D316D07C3}"/>
              </a:ext>
            </a:extLst>
          </p:cNvPr>
          <p:cNvSpPr/>
          <p:nvPr/>
        </p:nvSpPr>
        <p:spPr>
          <a:xfrm>
            <a:off x="8098855" y="2340048"/>
            <a:ext cx="1514874" cy="89136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Ector </a:t>
            </a:r>
          </a:p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Tarrant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C38B901-C2A4-5A52-81C4-B98D1346F836}"/>
              </a:ext>
            </a:extLst>
          </p:cNvPr>
          <p:cNvSpPr/>
          <p:nvPr/>
        </p:nvSpPr>
        <p:spPr>
          <a:xfrm>
            <a:off x="2572648" y="4012033"/>
            <a:ext cx="1202341" cy="542250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</a:t>
            </a:r>
            <a:b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Validation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CC7950E-4C52-0F48-084D-41348874CDCF}"/>
              </a:ext>
            </a:extLst>
          </p:cNvPr>
          <p:cNvSpPr/>
          <p:nvPr/>
        </p:nvSpPr>
        <p:spPr>
          <a:xfrm>
            <a:off x="4000523" y="3986313"/>
            <a:ext cx="1202341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Uploading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47DD5DC-6070-82E8-0790-49EE4B8D59BC}"/>
              </a:ext>
            </a:extLst>
          </p:cNvPr>
          <p:cNvSpPr/>
          <p:nvPr/>
        </p:nvSpPr>
        <p:spPr>
          <a:xfrm>
            <a:off x="6998766" y="3980114"/>
            <a:ext cx="1202341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</a:t>
            </a:r>
            <a:b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Extraction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28CFC68-20D1-53B8-3C26-A6C4D74DD89A}"/>
              </a:ext>
            </a:extLst>
          </p:cNvPr>
          <p:cNvSpPr/>
          <p:nvPr/>
        </p:nvSpPr>
        <p:spPr>
          <a:xfrm>
            <a:off x="5713981" y="3997796"/>
            <a:ext cx="1202341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Downloads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0EB0BD8-E446-6E59-F52A-C35B800065DC}"/>
              </a:ext>
            </a:extLst>
          </p:cNvPr>
          <p:cNvSpPr/>
          <p:nvPr/>
        </p:nvSpPr>
        <p:spPr>
          <a:xfrm>
            <a:off x="10742128" y="3972143"/>
            <a:ext cx="1202341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Spartaxx</a:t>
            </a:r>
            <a:b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Updates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262294C-AA33-67FD-3CFF-F39C5BACC65B}"/>
              </a:ext>
            </a:extLst>
          </p:cNvPr>
          <p:cNvSpPr/>
          <p:nvPr/>
        </p:nvSpPr>
        <p:spPr>
          <a:xfrm>
            <a:off x="9498625" y="3980114"/>
            <a:ext cx="1202341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PW</a:t>
            </a:r>
            <a:b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Indexing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1070BE6-C686-DAC1-B4B1-7E15D10A4ED5}"/>
              </a:ext>
            </a:extLst>
          </p:cNvPr>
          <p:cNvSpPr/>
          <p:nvPr/>
        </p:nvSpPr>
        <p:spPr>
          <a:xfrm>
            <a:off x="8255123" y="3980113"/>
            <a:ext cx="1186590" cy="581253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b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U&amp;E/Median/</a:t>
            </a:r>
            <a:b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Mean Values extraction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Wave 48">
            <a:extLst>
              <a:ext uri="{FF2B5EF4-FFF2-40B4-BE49-F238E27FC236}">
                <a16:creationId xmlns:a16="http://schemas.microsoft.com/office/drawing/2014/main" id="{9852CA30-19C6-55AC-1476-EDD8C356E9BA}"/>
              </a:ext>
            </a:extLst>
          </p:cNvPr>
          <p:cNvSpPr/>
          <p:nvPr/>
        </p:nvSpPr>
        <p:spPr>
          <a:xfrm>
            <a:off x="7724943" y="5310069"/>
            <a:ext cx="2262698" cy="891362"/>
          </a:xfrm>
          <a:prstGeom prst="wave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Mohan</a:t>
            </a:r>
            <a:b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(QC)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C5460FE-E512-6344-8E0F-CFFC4EF11B59}"/>
              </a:ext>
            </a:extLst>
          </p:cNvPr>
          <p:cNvCxnSpPr>
            <a:cxnSpLocks/>
          </p:cNvCxnSpPr>
          <p:nvPr/>
        </p:nvCxnSpPr>
        <p:spPr>
          <a:xfrm>
            <a:off x="3073694" y="1833692"/>
            <a:ext cx="15951" cy="6224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D409A7D-98CF-E67C-88AD-B912FA4980FA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8932068" y="1821715"/>
            <a:ext cx="20546" cy="5183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A98AFA0E-4ED0-084D-D40A-438A1B23B81D}"/>
              </a:ext>
            </a:extLst>
          </p:cNvPr>
          <p:cNvCxnSpPr>
            <a:cxnSpLocks/>
          </p:cNvCxnSpPr>
          <p:nvPr/>
        </p:nvCxnSpPr>
        <p:spPr>
          <a:xfrm flipH="1">
            <a:off x="3121096" y="3347487"/>
            <a:ext cx="15951" cy="2675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155362AC-4FEF-D58B-DD49-A82A760DD036}"/>
              </a:ext>
            </a:extLst>
          </p:cNvPr>
          <p:cNvCxnSpPr>
            <a:cxnSpLocks/>
          </p:cNvCxnSpPr>
          <p:nvPr/>
        </p:nvCxnSpPr>
        <p:spPr>
          <a:xfrm>
            <a:off x="1754372" y="3615070"/>
            <a:ext cx="0" cy="4368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B582A7F3-BE76-8952-9FE7-EB85E92EECEE}"/>
              </a:ext>
            </a:extLst>
          </p:cNvPr>
          <p:cNvCxnSpPr>
            <a:cxnSpLocks/>
          </p:cNvCxnSpPr>
          <p:nvPr/>
        </p:nvCxnSpPr>
        <p:spPr>
          <a:xfrm>
            <a:off x="3113120" y="3615070"/>
            <a:ext cx="7976" cy="3969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46C3F2E3-C793-6751-D19A-C2ABC4EBBF1C}"/>
              </a:ext>
            </a:extLst>
          </p:cNvPr>
          <p:cNvCxnSpPr>
            <a:endCxn id="41" idx="0"/>
          </p:cNvCxnSpPr>
          <p:nvPr/>
        </p:nvCxnSpPr>
        <p:spPr>
          <a:xfrm>
            <a:off x="4601693" y="3615070"/>
            <a:ext cx="1" cy="3712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B3C3265C-9DC4-2A6E-A85F-5CD7BE00A040}"/>
              </a:ext>
            </a:extLst>
          </p:cNvPr>
          <p:cNvCxnSpPr>
            <a:cxnSpLocks/>
          </p:cNvCxnSpPr>
          <p:nvPr/>
        </p:nvCxnSpPr>
        <p:spPr>
          <a:xfrm>
            <a:off x="8848418" y="3347487"/>
            <a:ext cx="7874" cy="2489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0C5F20E9-8A51-E8BB-A91D-66C984D6A753}"/>
              </a:ext>
            </a:extLst>
          </p:cNvPr>
          <p:cNvCxnSpPr>
            <a:endCxn id="43" idx="0"/>
          </p:cNvCxnSpPr>
          <p:nvPr/>
        </p:nvCxnSpPr>
        <p:spPr>
          <a:xfrm>
            <a:off x="6315151" y="3615070"/>
            <a:ext cx="1" cy="3827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F30AAC29-A575-42CA-0FB4-F52569A182C8}"/>
              </a:ext>
            </a:extLst>
          </p:cNvPr>
          <p:cNvCxnSpPr>
            <a:endCxn id="42" idx="0"/>
          </p:cNvCxnSpPr>
          <p:nvPr/>
        </p:nvCxnSpPr>
        <p:spPr>
          <a:xfrm>
            <a:off x="7599936" y="3615070"/>
            <a:ext cx="1" cy="3650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C8E12291-72E6-2901-0037-CA02B1C4E297}"/>
              </a:ext>
            </a:extLst>
          </p:cNvPr>
          <p:cNvCxnSpPr>
            <a:endCxn id="46" idx="0"/>
          </p:cNvCxnSpPr>
          <p:nvPr/>
        </p:nvCxnSpPr>
        <p:spPr>
          <a:xfrm flipH="1">
            <a:off x="8848418" y="3615070"/>
            <a:ext cx="7874" cy="3650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3EBFD351-0DCB-5988-BD23-5EDDF691C297}"/>
              </a:ext>
            </a:extLst>
          </p:cNvPr>
          <p:cNvCxnSpPr>
            <a:endCxn id="45" idx="0"/>
          </p:cNvCxnSpPr>
          <p:nvPr/>
        </p:nvCxnSpPr>
        <p:spPr>
          <a:xfrm>
            <a:off x="10099795" y="3596452"/>
            <a:ext cx="1" cy="3836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1B98AC5B-5598-2991-1435-6B1D79526BD6}"/>
              </a:ext>
            </a:extLst>
          </p:cNvPr>
          <p:cNvCxnSpPr/>
          <p:nvPr/>
        </p:nvCxnSpPr>
        <p:spPr>
          <a:xfrm>
            <a:off x="11642651" y="3615070"/>
            <a:ext cx="0" cy="3650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82D1B80C-384E-9A06-1C3F-E7C526BFA669}"/>
              </a:ext>
            </a:extLst>
          </p:cNvPr>
          <p:cNvCxnSpPr>
            <a:cxnSpLocks/>
          </p:cNvCxnSpPr>
          <p:nvPr/>
        </p:nvCxnSpPr>
        <p:spPr>
          <a:xfrm flipV="1">
            <a:off x="6315151" y="3596452"/>
            <a:ext cx="5327500" cy="186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DD39F06D-EDD7-4B30-0AF7-8D9B8AB0F986}"/>
              </a:ext>
            </a:extLst>
          </p:cNvPr>
          <p:cNvCxnSpPr>
            <a:cxnSpLocks/>
          </p:cNvCxnSpPr>
          <p:nvPr/>
        </p:nvCxnSpPr>
        <p:spPr>
          <a:xfrm>
            <a:off x="1754372" y="3615070"/>
            <a:ext cx="284732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C254B5BF-5C3F-AA8A-FE00-FDA4C3483A9A}"/>
              </a:ext>
            </a:extLst>
          </p:cNvPr>
          <p:cNvCxnSpPr/>
          <p:nvPr/>
        </p:nvCxnSpPr>
        <p:spPr>
          <a:xfrm>
            <a:off x="1754372" y="4720856"/>
            <a:ext cx="0" cy="3296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494FE545-5FE6-15D2-C427-7D99DA3E8E31}"/>
              </a:ext>
            </a:extLst>
          </p:cNvPr>
          <p:cNvCxnSpPr>
            <a:cxnSpLocks/>
          </p:cNvCxnSpPr>
          <p:nvPr/>
        </p:nvCxnSpPr>
        <p:spPr>
          <a:xfrm>
            <a:off x="1754372" y="5050465"/>
            <a:ext cx="284732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A5B6D292-7804-65BD-F811-68AEE0E67152}"/>
              </a:ext>
            </a:extLst>
          </p:cNvPr>
          <p:cNvCxnSpPr>
            <a:stCxn id="40" idx="2"/>
          </p:cNvCxnSpPr>
          <p:nvPr/>
        </p:nvCxnSpPr>
        <p:spPr>
          <a:xfrm>
            <a:off x="3173819" y="4554283"/>
            <a:ext cx="0" cy="4961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35AAC259-468E-46FE-909A-BABA98530730}"/>
              </a:ext>
            </a:extLst>
          </p:cNvPr>
          <p:cNvCxnSpPr/>
          <p:nvPr/>
        </p:nvCxnSpPr>
        <p:spPr>
          <a:xfrm>
            <a:off x="4601693" y="4596835"/>
            <a:ext cx="0" cy="4536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34CC7F7D-428A-2930-0A77-AE49A21B6843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7100776" y="409354"/>
            <a:ext cx="18312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E3DA2418-47E3-50B7-4D8A-2BAAE82CA072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3081670" y="409354"/>
            <a:ext cx="20095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2D90D452-3F0A-4FB1-4638-798E431A0A51}"/>
              </a:ext>
            </a:extLst>
          </p:cNvPr>
          <p:cNvCxnSpPr/>
          <p:nvPr/>
        </p:nvCxnSpPr>
        <p:spPr>
          <a:xfrm>
            <a:off x="3092302" y="425302"/>
            <a:ext cx="0" cy="8328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2944D89E-C4AA-ABE7-5DB6-8A59745B6DEE}"/>
              </a:ext>
            </a:extLst>
          </p:cNvPr>
          <p:cNvCxnSpPr>
            <a:endCxn id="9" idx="0"/>
          </p:cNvCxnSpPr>
          <p:nvPr/>
        </p:nvCxnSpPr>
        <p:spPr>
          <a:xfrm>
            <a:off x="8932068" y="425302"/>
            <a:ext cx="0" cy="8328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A1135A06-493B-83D1-6BCF-40E07FD9B8D8}"/>
              </a:ext>
            </a:extLst>
          </p:cNvPr>
          <p:cNvCxnSpPr>
            <a:cxnSpLocks/>
          </p:cNvCxnSpPr>
          <p:nvPr/>
        </p:nvCxnSpPr>
        <p:spPr>
          <a:xfrm flipV="1">
            <a:off x="6315151" y="5042493"/>
            <a:ext cx="5327500" cy="79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E103B530-0D1C-D0C5-2649-0150E7EA112D}"/>
              </a:ext>
            </a:extLst>
          </p:cNvPr>
          <p:cNvCxnSpPr/>
          <p:nvPr/>
        </p:nvCxnSpPr>
        <p:spPr>
          <a:xfrm>
            <a:off x="6315151" y="4720856"/>
            <a:ext cx="0" cy="3296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B620B0B1-7A8E-DA8E-024E-BD511F01DDE4}"/>
              </a:ext>
            </a:extLst>
          </p:cNvPr>
          <p:cNvCxnSpPr>
            <a:stCxn id="42" idx="2"/>
          </p:cNvCxnSpPr>
          <p:nvPr/>
        </p:nvCxnSpPr>
        <p:spPr>
          <a:xfrm flipH="1">
            <a:off x="7599936" y="4543640"/>
            <a:ext cx="1" cy="5068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97F71380-3CC4-A61A-F516-DDB49D138742}"/>
              </a:ext>
            </a:extLst>
          </p:cNvPr>
          <p:cNvCxnSpPr>
            <a:cxnSpLocks/>
            <a:stCxn id="46" idx="2"/>
          </p:cNvCxnSpPr>
          <p:nvPr/>
        </p:nvCxnSpPr>
        <p:spPr>
          <a:xfrm>
            <a:off x="8848418" y="4561366"/>
            <a:ext cx="7874" cy="4890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5D0FDEE5-A320-66BF-D4B0-E6325325D3F1}"/>
              </a:ext>
            </a:extLst>
          </p:cNvPr>
          <p:cNvCxnSpPr>
            <a:stCxn id="45" idx="2"/>
          </p:cNvCxnSpPr>
          <p:nvPr/>
        </p:nvCxnSpPr>
        <p:spPr>
          <a:xfrm flipH="1">
            <a:off x="10099795" y="4543640"/>
            <a:ext cx="1" cy="5068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C3BB7359-F730-B2A6-B151-131F7F76B81E}"/>
              </a:ext>
            </a:extLst>
          </p:cNvPr>
          <p:cNvCxnSpPr>
            <a:cxnSpLocks/>
          </p:cNvCxnSpPr>
          <p:nvPr/>
        </p:nvCxnSpPr>
        <p:spPr>
          <a:xfrm flipH="1">
            <a:off x="11642651" y="4535669"/>
            <a:ext cx="861" cy="5068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CF178AF1-AE9C-6DEE-065A-8624E434B644}"/>
              </a:ext>
            </a:extLst>
          </p:cNvPr>
          <p:cNvCxnSpPr>
            <a:cxnSpLocks/>
          </p:cNvCxnSpPr>
          <p:nvPr/>
        </p:nvCxnSpPr>
        <p:spPr>
          <a:xfrm>
            <a:off x="3165843" y="5056313"/>
            <a:ext cx="7975" cy="3081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D0B3D79A-463F-FFB8-D798-8AAB5007D431}"/>
              </a:ext>
            </a:extLst>
          </p:cNvPr>
          <p:cNvCxnSpPr>
            <a:cxnSpLocks/>
          </p:cNvCxnSpPr>
          <p:nvPr/>
        </p:nvCxnSpPr>
        <p:spPr>
          <a:xfrm>
            <a:off x="8848418" y="5068190"/>
            <a:ext cx="7975" cy="3473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14267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FE9AF7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8C98437-2DAF-DDEC-0AF3-7EA9F625F424}"/>
              </a:ext>
            </a:extLst>
          </p:cNvPr>
          <p:cNvSpPr/>
          <p:nvPr/>
        </p:nvSpPr>
        <p:spPr>
          <a:xfrm>
            <a:off x="5091223" y="127591"/>
            <a:ext cx="2009553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Rofina</a:t>
            </a:r>
            <a:b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(SPOC)</a:t>
            </a:r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D292B7-391D-BD13-9843-0E419921C78C}"/>
              </a:ext>
            </a:extLst>
          </p:cNvPr>
          <p:cNvSpPr/>
          <p:nvPr/>
        </p:nvSpPr>
        <p:spPr>
          <a:xfrm>
            <a:off x="2169043" y="1258189"/>
            <a:ext cx="2009553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MLS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41B0E5-A7F8-EE39-F94D-152AC381E22F}"/>
              </a:ext>
            </a:extLst>
          </p:cNvPr>
          <p:cNvSpPr/>
          <p:nvPr/>
        </p:nvSpPr>
        <p:spPr>
          <a:xfrm>
            <a:off x="7927291" y="1258189"/>
            <a:ext cx="2009553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D040B7-6BB4-E14B-C638-0EF56E254F94}"/>
              </a:ext>
            </a:extLst>
          </p:cNvPr>
          <p:cNvSpPr/>
          <p:nvPr/>
        </p:nvSpPr>
        <p:spPr>
          <a:xfrm>
            <a:off x="1116419" y="4033309"/>
            <a:ext cx="1202341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Downloading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Wave 27">
            <a:extLst>
              <a:ext uri="{FF2B5EF4-FFF2-40B4-BE49-F238E27FC236}">
                <a16:creationId xmlns:a16="http://schemas.microsoft.com/office/drawing/2014/main" id="{06A7EBF2-1038-7E08-7B76-26352032BE94}"/>
              </a:ext>
            </a:extLst>
          </p:cNvPr>
          <p:cNvSpPr/>
          <p:nvPr/>
        </p:nvSpPr>
        <p:spPr>
          <a:xfrm>
            <a:off x="2169043" y="5310069"/>
            <a:ext cx="2262698" cy="891362"/>
          </a:xfrm>
          <a:prstGeom prst="wave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Ravi</a:t>
            </a:r>
            <a:b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(QC)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467713E-C112-AB4E-69B6-9271A36DF540}"/>
              </a:ext>
            </a:extLst>
          </p:cNvPr>
          <p:cNvSpPr/>
          <p:nvPr/>
        </p:nvSpPr>
        <p:spPr>
          <a:xfrm>
            <a:off x="2416382" y="2456125"/>
            <a:ext cx="1514874" cy="89136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Waco</a:t>
            </a:r>
          </a:p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Corpus Christi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093544D-5C4C-3239-41EE-0C0D316D07C3}"/>
              </a:ext>
            </a:extLst>
          </p:cNvPr>
          <p:cNvSpPr/>
          <p:nvPr/>
        </p:nvSpPr>
        <p:spPr>
          <a:xfrm>
            <a:off x="8098855" y="2340048"/>
            <a:ext cx="1514874" cy="89136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Collin</a:t>
            </a:r>
          </a:p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Hidalgo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C38B901-C2A4-5A52-81C4-B98D1346F836}"/>
              </a:ext>
            </a:extLst>
          </p:cNvPr>
          <p:cNvSpPr/>
          <p:nvPr/>
        </p:nvSpPr>
        <p:spPr>
          <a:xfrm>
            <a:off x="2572648" y="4012033"/>
            <a:ext cx="1202341" cy="542250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</a:t>
            </a:r>
            <a:b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Validation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CC7950E-4C52-0F48-084D-41348874CDCF}"/>
              </a:ext>
            </a:extLst>
          </p:cNvPr>
          <p:cNvSpPr/>
          <p:nvPr/>
        </p:nvSpPr>
        <p:spPr>
          <a:xfrm>
            <a:off x="4000523" y="3986313"/>
            <a:ext cx="1202341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Uploading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47DD5DC-6070-82E8-0790-49EE4B8D59BC}"/>
              </a:ext>
            </a:extLst>
          </p:cNvPr>
          <p:cNvSpPr/>
          <p:nvPr/>
        </p:nvSpPr>
        <p:spPr>
          <a:xfrm>
            <a:off x="6998766" y="3980114"/>
            <a:ext cx="1202341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</a:t>
            </a:r>
            <a:b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Extraction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28CFC68-20D1-53B8-3C26-A6C4D74DD89A}"/>
              </a:ext>
            </a:extLst>
          </p:cNvPr>
          <p:cNvSpPr/>
          <p:nvPr/>
        </p:nvSpPr>
        <p:spPr>
          <a:xfrm>
            <a:off x="5713981" y="3997796"/>
            <a:ext cx="1202341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Downloads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0EB0BD8-E446-6E59-F52A-C35B800065DC}"/>
              </a:ext>
            </a:extLst>
          </p:cNvPr>
          <p:cNvSpPr/>
          <p:nvPr/>
        </p:nvSpPr>
        <p:spPr>
          <a:xfrm>
            <a:off x="10742128" y="3972143"/>
            <a:ext cx="1202341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Spartaxx</a:t>
            </a:r>
            <a:b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Updates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262294C-AA33-67FD-3CFF-F39C5BACC65B}"/>
              </a:ext>
            </a:extLst>
          </p:cNvPr>
          <p:cNvSpPr/>
          <p:nvPr/>
        </p:nvSpPr>
        <p:spPr>
          <a:xfrm>
            <a:off x="9498625" y="3980114"/>
            <a:ext cx="1202341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PW</a:t>
            </a:r>
            <a:b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Indexing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1070BE6-C686-DAC1-B4B1-7E15D10A4ED5}"/>
              </a:ext>
            </a:extLst>
          </p:cNvPr>
          <p:cNvSpPr/>
          <p:nvPr/>
        </p:nvSpPr>
        <p:spPr>
          <a:xfrm>
            <a:off x="8255123" y="3980113"/>
            <a:ext cx="1186590" cy="581253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b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U&amp;E/Median/</a:t>
            </a:r>
            <a:b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Mean Values extraction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Wave 48">
            <a:extLst>
              <a:ext uri="{FF2B5EF4-FFF2-40B4-BE49-F238E27FC236}">
                <a16:creationId xmlns:a16="http://schemas.microsoft.com/office/drawing/2014/main" id="{9852CA30-19C6-55AC-1476-EDD8C356E9BA}"/>
              </a:ext>
            </a:extLst>
          </p:cNvPr>
          <p:cNvSpPr/>
          <p:nvPr/>
        </p:nvSpPr>
        <p:spPr>
          <a:xfrm>
            <a:off x="7724943" y="5310069"/>
            <a:ext cx="2262698" cy="891362"/>
          </a:xfrm>
          <a:prstGeom prst="wave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Ravi</a:t>
            </a:r>
            <a:b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(QC)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C5460FE-E512-6344-8E0F-CFFC4EF11B59}"/>
              </a:ext>
            </a:extLst>
          </p:cNvPr>
          <p:cNvCxnSpPr>
            <a:cxnSpLocks/>
          </p:cNvCxnSpPr>
          <p:nvPr/>
        </p:nvCxnSpPr>
        <p:spPr>
          <a:xfrm>
            <a:off x="3073694" y="1833692"/>
            <a:ext cx="15951" cy="6224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D409A7D-98CF-E67C-88AD-B912FA4980FA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8932068" y="1821715"/>
            <a:ext cx="20546" cy="5183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A98AFA0E-4ED0-084D-D40A-438A1B23B81D}"/>
              </a:ext>
            </a:extLst>
          </p:cNvPr>
          <p:cNvCxnSpPr>
            <a:cxnSpLocks/>
          </p:cNvCxnSpPr>
          <p:nvPr/>
        </p:nvCxnSpPr>
        <p:spPr>
          <a:xfrm flipH="1">
            <a:off x="3121096" y="3347487"/>
            <a:ext cx="15951" cy="2675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155362AC-4FEF-D58B-DD49-A82A760DD036}"/>
              </a:ext>
            </a:extLst>
          </p:cNvPr>
          <p:cNvCxnSpPr/>
          <p:nvPr/>
        </p:nvCxnSpPr>
        <p:spPr>
          <a:xfrm>
            <a:off x="1754372" y="3636346"/>
            <a:ext cx="0" cy="3969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B582A7F3-BE76-8952-9FE7-EB85E92EECEE}"/>
              </a:ext>
            </a:extLst>
          </p:cNvPr>
          <p:cNvCxnSpPr>
            <a:cxnSpLocks/>
          </p:cNvCxnSpPr>
          <p:nvPr/>
        </p:nvCxnSpPr>
        <p:spPr>
          <a:xfrm>
            <a:off x="3113120" y="3615070"/>
            <a:ext cx="7976" cy="3969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46C3F2E3-C793-6751-D19A-C2ABC4EBBF1C}"/>
              </a:ext>
            </a:extLst>
          </p:cNvPr>
          <p:cNvCxnSpPr>
            <a:endCxn id="41" idx="0"/>
          </p:cNvCxnSpPr>
          <p:nvPr/>
        </p:nvCxnSpPr>
        <p:spPr>
          <a:xfrm>
            <a:off x="4601693" y="3615070"/>
            <a:ext cx="1" cy="3712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B3C3265C-9DC4-2A6E-A85F-5CD7BE00A040}"/>
              </a:ext>
            </a:extLst>
          </p:cNvPr>
          <p:cNvCxnSpPr>
            <a:cxnSpLocks/>
          </p:cNvCxnSpPr>
          <p:nvPr/>
        </p:nvCxnSpPr>
        <p:spPr>
          <a:xfrm>
            <a:off x="8848418" y="3347487"/>
            <a:ext cx="7874" cy="2489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0C5F20E9-8A51-E8BB-A91D-66C984D6A753}"/>
              </a:ext>
            </a:extLst>
          </p:cNvPr>
          <p:cNvCxnSpPr>
            <a:endCxn id="43" idx="0"/>
          </p:cNvCxnSpPr>
          <p:nvPr/>
        </p:nvCxnSpPr>
        <p:spPr>
          <a:xfrm>
            <a:off x="6315151" y="3615070"/>
            <a:ext cx="1" cy="3827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F30AAC29-A575-42CA-0FB4-F52569A182C8}"/>
              </a:ext>
            </a:extLst>
          </p:cNvPr>
          <p:cNvCxnSpPr>
            <a:endCxn id="42" idx="0"/>
          </p:cNvCxnSpPr>
          <p:nvPr/>
        </p:nvCxnSpPr>
        <p:spPr>
          <a:xfrm>
            <a:off x="7599936" y="3615070"/>
            <a:ext cx="1" cy="3650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C8E12291-72E6-2901-0037-CA02B1C4E297}"/>
              </a:ext>
            </a:extLst>
          </p:cNvPr>
          <p:cNvCxnSpPr>
            <a:endCxn id="46" idx="0"/>
          </p:cNvCxnSpPr>
          <p:nvPr/>
        </p:nvCxnSpPr>
        <p:spPr>
          <a:xfrm flipH="1">
            <a:off x="8848418" y="3615070"/>
            <a:ext cx="7874" cy="3650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3EBFD351-0DCB-5988-BD23-5EDDF691C297}"/>
              </a:ext>
            </a:extLst>
          </p:cNvPr>
          <p:cNvCxnSpPr>
            <a:endCxn id="45" idx="0"/>
          </p:cNvCxnSpPr>
          <p:nvPr/>
        </p:nvCxnSpPr>
        <p:spPr>
          <a:xfrm>
            <a:off x="10099795" y="3596452"/>
            <a:ext cx="1" cy="3836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1B98AC5B-5598-2991-1435-6B1D79526BD6}"/>
              </a:ext>
            </a:extLst>
          </p:cNvPr>
          <p:cNvCxnSpPr/>
          <p:nvPr/>
        </p:nvCxnSpPr>
        <p:spPr>
          <a:xfrm>
            <a:off x="11642651" y="3615070"/>
            <a:ext cx="0" cy="3650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82D1B80C-384E-9A06-1C3F-E7C526BFA669}"/>
              </a:ext>
            </a:extLst>
          </p:cNvPr>
          <p:cNvCxnSpPr>
            <a:cxnSpLocks/>
          </p:cNvCxnSpPr>
          <p:nvPr/>
        </p:nvCxnSpPr>
        <p:spPr>
          <a:xfrm flipV="1">
            <a:off x="6315151" y="3596452"/>
            <a:ext cx="5327500" cy="186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DD39F06D-EDD7-4B30-0AF7-8D9B8AB0F986}"/>
              </a:ext>
            </a:extLst>
          </p:cNvPr>
          <p:cNvCxnSpPr>
            <a:cxnSpLocks/>
          </p:cNvCxnSpPr>
          <p:nvPr/>
        </p:nvCxnSpPr>
        <p:spPr>
          <a:xfrm>
            <a:off x="1754372" y="3615070"/>
            <a:ext cx="284732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C254B5BF-5C3F-AA8A-FE00-FDA4C3483A9A}"/>
              </a:ext>
            </a:extLst>
          </p:cNvPr>
          <p:cNvCxnSpPr/>
          <p:nvPr/>
        </p:nvCxnSpPr>
        <p:spPr>
          <a:xfrm>
            <a:off x="1754372" y="4720856"/>
            <a:ext cx="0" cy="3296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494FE545-5FE6-15D2-C427-7D99DA3E8E31}"/>
              </a:ext>
            </a:extLst>
          </p:cNvPr>
          <p:cNvCxnSpPr>
            <a:cxnSpLocks/>
          </p:cNvCxnSpPr>
          <p:nvPr/>
        </p:nvCxnSpPr>
        <p:spPr>
          <a:xfrm>
            <a:off x="1754372" y="5050465"/>
            <a:ext cx="284732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A5B6D292-7804-65BD-F811-68AEE0E67152}"/>
              </a:ext>
            </a:extLst>
          </p:cNvPr>
          <p:cNvCxnSpPr>
            <a:stCxn id="40" idx="2"/>
          </p:cNvCxnSpPr>
          <p:nvPr/>
        </p:nvCxnSpPr>
        <p:spPr>
          <a:xfrm>
            <a:off x="3173819" y="4554283"/>
            <a:ext cx="0" cy="4961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35AAC259-468E-46FE-909A-BABA98530730}"/>
              </a:ext>
            </a:extLst>
          </p:cNvPr>
          <p:cNvCxnSpPr/>
          <p:nvPr/>
        </p:nvCxnSpPr>
        <p:spPr>
          <a:xfrm>
            <a:off x="4601693" y="4596835"/>
            <a:ext cx="0" cy="4536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34CC7F7D-428A-2930-0A77-AE49A21B6843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7100776" y="409354"/>
            <a:ext cx="18312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E3DA2418-47E3-50B7-4D8A-2BAAE82CA072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3081670" y="409354"/>
            <a:ext cx="20095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2D90D452-3F0A-4FB1-4638-798E431A0A51}"/>
              </a:ext>
            </a:extLst>
          </p:cNvPr>
          <p:cNvCxnSpPr/>
          <p:nvPr/>
        </p:nvCxnSpPr>
        <p:spPr>
          <a:xfrm>
            <a:off x="3092302" y="425302"/>
            <a:ext cx="0" cy="8328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2944D89E-C4AA-ABE7-5DB6-8A59745B6DEE}"/>
              </a:ext>
            </a:extLst>
          </p:cNvPr>
          <p:cNvCxnSpPr>
            <a:endCxn id="9" idx="0"/>
          </p:cNvCxnSpPr>
          <p:nvPr/>
        </p:nvCxnSpPr>
        <p:spPr>
          <a:xfrm>
            <a:off x="8932068" y="425302"/>
            <a:ext cx="0" cy="8328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A1135A06-493B-83D1-6BCF-40E07FD9B8D8}"/>
              </a:ext>
            </a:extLst>
          </p:cNvPr>
          <p:cNvCxnSpPr>
            <a:cxnSpLocks/>
          </p:cNvCxnSpPr>
          <p:nvPr/>
        </p:nvCxnSpPr>
        <p:spPr>
          <a:xfrm flipV="1">
            <a:off x="6315151" y="5042493"/>
            <a:ext cx="5327500" cy="79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E103B530-0D1C-D0C5-2649-0150E7EA112D}"/>
              </a:ext>
            </a:extLst>
          </p:cNvPr>
          <p:cNvCxnSpPr/>
          <p:nvPr/>
        </p:nvCxnSpPr>
        <p:spPr>
          <a:xfrm>
            <a:off x="6315151" y="4720856"/>
            <a:ext cx="0" cy="3296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B620B0B1-7A8E-DA8E-024E-BD511F01DDE4}"/>
              </a:ext>
            </a:extLst>
          </p:cNvPr>
          <p:cNvCxnSpPr>
            <a:stCxn id="42" idx="2"/>
          </p:cNvCxnSpPr>
          <p:nvPr/>
        </p:nvCxnSpPr>
        <p:spPr>
          <a:xfrm flipH="1">
            <a:off x="7599936" y="4543640"/>
            <a:ext cx="1" cy="5068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97F71380-3CC4-A61A-F516-DDB49D138742}"/>
              </a:ext>
            </a:extLst>
          </p:cNvPr>
          <p:cNvCxnSpPr>
            <a:cxnSpLocks/>
            <a:stCxn id="46" idx="2"/>
          </p:cNvCxnSpPr>
          <p:nvPr/>
        </p:nvCxnSpPr>
        <p:spPr>
          <a:xfrm>
            <a:off x="8848418" y="4561366"/>
            <a:ext cx="7874" cy="4890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5D0FDEE5-A320-66BF-D4B0-E6325325D3F1}"/>
              </a:ext>
            </a:extLst>
          </p:cNvPr>
          <p:cNvCxnSpPr>
            <a:stCxn id="45" idx="2"/>
          </p:cNvCxnSpPr>
          <p:nvPr/>
        </p:nvCxnSpPr>
        <p:spPr>
          <a:xfrm flipH="1">
            <a:off x="10099795" y="4543640"/>
            <a:ext cx="1" cy="5068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C3BB7359-F730-B2A6-B151-131F7F76B81E}"/>
              </a:ext>
            </a:extLst>
          </p:cNvPr>
          <p:cNvCxnSpPr>
            <a:cxnSpLocks/>
          </p:cNvCxnSpPr>
          <p:nvPr/>
        </p:nvCxnSpPr>
        <p:spPr>
          <a:xfrm flipH="1">
            <a:off x="11642651" y="4535669"/>
            <a:ext cx="861" cy="5068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CF178AF1-AE9C-6DEE-065A-8624E434B644}"/>
              </a:ext>
            </a:extLst>
          </p:cNvPr>
          <p:cNvCxnSpPr>
            <a:cxnSpLocks/>
          </p:cNvCxnSpPr>
          <p:nvPr/>
        </p:nvCxnSpPr>
        <p:spPr>
          <a:xfrm>
            <a:off x="3165843" y="5056313"/>
            <a:ext cx="7975" cy="3081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D0B3D79A-463F-FFB8-D798-8AAB5007D431}"/>
              </a:ext>
            </a:extLst>
          </p:cNvPr>
          <p:cNvCxnSpPr>
            <a:cxnSpLocks/>
          </p:cNvCxnSpPr>
          <p:nvPr/>
        </p:nvCxnSpPr>
        <p:spPr>
          <a:xfrm>
            <a:off x="8848418" y="5068190"/>
            <a:ext cx="7975" cy="3473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68624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FE9AF7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8C98437-2DAF-DDEC-0AF3-7EA9F625F424}"/>
              </a:ext>
            </a:extLst>
          </p:cNvPr>
          <p:cNvSpPr/>
          <p:nvPr/>
        </p:nvSpPr>
        <p:spPr>
          <a:xfrm>
            <a:off x="5091223" y="127591"/>
            <a:ext cx="2009553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Adam</a:t>
            </a:r>
            <a:b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(SPOC)</a:t>
            </a:r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D292B7-391D-BD13-9843-0E419921C78C}"/>
              </a:ext>
            </a:extLst>
          </p:cNvPr>
          <p:cNvSpPr/>
          <p:nvPr/>
        </p:nvSpPr>
        <p:spPr>
          <a:xfrm>
            <a:off x="2169043" y="1258189"/>
            <a:ext cx="2009553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MLS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41B0E5-A7F8-EE39-F94D-152AC381E22F}"/>
              </a:ext>
            </a:extLst>
          </p:cNvPr>
          <p:cNvSpPr/>
          <p:nvPr/>
        </p:nvSpPr>
        <p:spPr>
          <a:xfrm>
            <a:off x="7927291" y="1258189"/>
            <a:ext cx="2009553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D040B7-6BB4-E14B-C638-0EF56E254F94}"/>
              </a:ext>
            </a:extLst>
          </p:cNvPr>
          <p:cNvSpPr/>
          <p:nvPr/>
        </p:nvSpPr>
        <p:spPr>
          <a:xfrm>
            <a:off x="1116419" y="4033309"/>
            <a:ext cx="1202341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Downloading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Wave 27">
            <a:extLst>
              <a:ext uri="{FF2B5EF4-FFF2-40B4-BE49-F238E27FC236}">
                <a16:creationId xmlns:a16="http://schemas.microsoft.com/office/drawing/2014/main" id="{06A7EBF2-1038-7E08-7B76-26352032BE94}"/>
              </a:ext>
            </a:extLst>
          </p:cNvPr>
          <p:cNvSpPr/>
          <p:nvPr/>
        </p:nvSpPr>
        <p:spPr>
          <a:xfrm>
            <a:off x="2169043" y="5310069"/>
            <a:ext cx="2262698" cy="891362"/>
          </a:xfrm>
          <a:prstGeom prst="wav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Ravi</a:t>
            </a:r>
            <a:b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(QC)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467713E-C112-AB4E-69B6-9271A36DF540}"/>
              </a:ext>
            </a:extLst>
          </p:cNvPr>
          <p:cNvSpPr/>
          <p:nvPr/>
        </p:nvSpPr>
        <p:spPr>
          <a:xfrm>
            <a:off x="2416382" y="2456125"/>
            <a:ext cx="1514874" cy="89136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Utah</a:t>
            </a:r>
          </a:p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GA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093544D-5C4C-3239-41EE-0C0D316D07C3}"/>
              </a:ext>
            </a:extLst>
          </p:cNvPr>
          <p:cNvSpPr/>
          <p:nvPr/>
        </p:nvSpPr>
        <p:spPr>
          <a:xfrm>
            <a:off x="8098855" y="2340048"/>
            <a:ext cx="1514874" cy="89136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HCAD</a:t>
            </a:r>
          </a:p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Travis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C38B901-C2A4-5A52-81C4-B98D1346F836}"/>
              </a:ext>
            </a:extLst>
          </p:cNvPr>
          <p:cNvSpPr/>
          <p:nvPr/>
        </p:nvSpPr>
        <p:spPr>
          <a:xfrm>
            <a:off x="2572648" y="4012033"/>
            <a:ext cx="1202341" cy="542250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</a:t>
            </a:r>
            <a:b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Validation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CC7950E-4C52-0F48-084D-41348874CDCF}"/>
              </a:ext>
            </a:extLst>
          </p:cNvPr>
          <p:cNvSpPr/>
          <p:nvPr/>
        </p:nvSpPr>
        <p:spPr>
          <a:xfrm>
            <a:off x="4000523" y="3986313"/>
            <a:ext cx="1202341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Uploading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47DD5DC-6070-82E8-0790-49EE4B8D59BC}"/>
              </a:ext>
            </a:extLst>
          </p:cNvPr>
          <p:cNvSpPr/>
          <p:nvPr/>
        </p:nvSpPr>
        <p:spPr>
          <a:xfrm>
            <a:off x="6998766" y="3980114"/>
            <a:ext cx="1202341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</a:t>
            </a:r>
            <a:b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Extraction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28CFC68-20D1-53B8-3C26-A6C4D74DD89A}"/>
              </a:ext>
            </a:extLst>
          </p:cNvPr>
          <p:cNvSpPr/>
          <p:nvPr/>
        </p:nvSpPr>
        <p:spPr>
          <a:xfrm>
            <a:off x="5713981" y="3997796"/>
            <a:ext cx="1202341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Downloads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0EB0BD8-E446-6E59-F52A-C35B800065DC}"/>
              </a:ext>
            </a:extLst>
          </p:cNvPr>
          <p:cNvSpPr/>
          <p:nvPr/>
        </p:nvSpPr>
        <p:spPr>
          <a:xfrm>
            <a:off x="10742128" y="3972143"/>
            <a:ext cx="1202341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Spartaxx</a:t>
            </a:r>
            <a:b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Updates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262294C-AA33-67FD-3CFF-F39C5BACC65B}"/>
              </a:ext>
            </a:extLst>
          </p:cNvPr>
          <p:cNvSpPr/>
          <p:nvPr/>
        </p:nvSpPr>
        <p:spPr>
          <a:xfrm>
            <a:off x="9498625" y="3980114"/>
            <a:ext cx="1202341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PW</a:t>
            </a:r>
            <a:b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Indexing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1070BE6-C686-DAC1-B4B1-7E15D10A4ED5}"/>
              </a:ext>
            </a:extLst>
          </p:cNvPr>
          <p:cNvSpPr/>
          <p:nvPr/>
        </p:nvSpPr>
        <p:spPr>
          <a:xfrm>
            <a:off x="8255123" y="3980113"/>
            <a:ext cx="1186590" cy="581253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b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U&amp;E/Median/</a:t>
            </a:r>
            <a:b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Mean Values extraction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Wave 48">
            <a:extLst>
              <a:ext uri="{FF2B5EF4-FFF2-40B4-BE49-F238E27FC236}">
                <a16:creationId xmlns:a16="http://schemas.microsoft.com/office/drawing/2014/main" id="{9852CA30-19C6-55AC-1476-EDD8C356E9BA}"/>
              </a:ext>
            </a:extLst>
          </p:cNvPr>
          <p:cNvSpPr/>
          <p:nvPr/>
        </p:nvSpPr>
        <p:spPr>
          <a:xfrm>
            <a:off x="7724943" y="5310069"/>
            <a:ext cx="2262698" cy="891362"/>
          </a:xfrm>
          <a:prstGeom prst="wav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Saradha</a:t>
            </a:r>
            <a:b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(QC)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C5460FE-E512-6344-8E0F-CFFC4EF11B59}"/>
              </a:ext>
            </a:extLst>
          </p:cNvPr>
          <p:cNvCxnSpPr>
            <a:cxnSpLocks/>
          </p:cNvCxnSpPr>
          <p:nvPr/>
        </p:nvCxnSpPr>
        <p:spPr>
          <a:xfrm>
            <a:off x="3073694" y="1833692"/>
            <a:ext cx="15951" cy="6224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D409A7D-98CF-E67C-88AD-B912FA4980FA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8932068" y="1821715"/>
            <a:ext cx="20546" cy="5183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A98AFA0E-4ED0-084D-D40A-438A1B23B81D}"/>
              </a:ext>
            </a:extLst>
          </p:cNvPr>
          <p:cNvCxnSpPr>
            <a:cxnSpLocks/>
          </p:cNvCxnSpPr>
          <p:nvPr/>
        </p:nvCxnSpPr>
        <p:spPr>
          <a:xfrm flipH="1">
            <a:off x="3121096" y="3347487"/>
            <a:ext cx="15951" cy="2675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155362AC-4FEF-D58B-DD49-A82A760DD036}"/>
              </a:ext>
            </a:extLst>
          </p:cNvPr>
          <p:cNvCxnSpPr/>
          <p:nvPr/>
        </p:nvCxnSpPr>
        <p:spPr>
          <a:xfrm>
            <a:off x="1754372" y="3615070"/>
            <a:ext cx="0" cy="3969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B582A7F3-BE76-8952-9FE7-EB85E92EECEE}"/>
              </a:ext>
            </a:extLst>
          </p:cNvPr>
          <p:cNvCxnSpPr>
            <a:cxnSpLocks/>
          </p:cNvCxnSpPr>
          <p:nvPr/>
        </p:nvCxnSpPr>
        <p:spPr>
          <a:xfrm>
            <a:off x="3113120" y="3615070"/>
            <a:ext cx="7976" cy="3969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46C3F2E3-C793-6751-D19A-C2ABC4EBBF1C}"/>
              </a:ext>
            </a:extLst>
          </p:cNvPr>
          <p:cNvCxnSpPr>
            <a:endCxn id="41" idx="0"/>
          </p:cNvCxnSpPr>
          <p:nvPr/>
        </p:nvCxnSpPr>
        <p:spPr>
          <a:xfrm>
            <a:off x="4601693" y="3615070"/>
            <a:ext cx="1" cy="3712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B3C3265C-9DC4-2A6E-A85F-5CD7BE00A040}"/>
              </a:ext>
            </a:extLst>
          </p:cNvPr>
          <p:cNvCxnSpPr>
            <a:cxnSpLocks/>
          </p:cNvCxnSpPr>
          <p:nvPr/>
        </p:nvCxnSpPr>
        <p:spPr>
          <a:xfrm>
            <a:off x="8848418" y="3347487"/>
            <a:ext cx="7874" cy="2489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0C5F20E9-8A51-E8BB-A91D-66C984D6A753}"/>
              </a:ext>
            </a:extLst>
          </p:cNvPr>
          <p:cNvCxnSpPr>
            <a:endCxn id="43" idx="0"/>
          </p:cNvCxnSpPr>
          <p:nvPr/>
        </p:nvCxnSpPr>
        <p:spPr>
          <a:xfrm>
            <a:off x="6315151" y="3615070"/>
            <a:ext cx="1" cy="3827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F30AAC29-A575-42CA-0FB4-F52569A182C8}"/>
              </a:ext>
            </a:extLst>
          </p:cNvPr>
          <p:cNvCxnSpPr>
            <a:endCxn id="42" idx="0"/>
          </p:cNvCxnSpPr>
          <p:nvPr/>
        </p:nvCxnSpPr>
        <p:spPr>
          <a:xfrm>
            <a:off x="7599936" y="3615070"/>
            <a:ext cx="1" cy="3650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C8E12291-72E6-2901-0037-CA02B1C4E297}"/>
              </a:ext>
            </a:extLst>
          </p:cNvPr>
          <p:cNvCxnSpPr>
            <a:endCxn id="46" idx="0"/>
          </p:cNvCxnSpPr>
          <p:nvPr/>
        </p:nvCxnSpPr>
        <p:spPr>
          <a:xfrm flipH="1">
            <a:off x="8848418" y="3615070"/>
            <a:ext cx="7874" cy="3650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3EBFD351-0DCB-5988-BD23-5EDDF691C297}"/>
              </a:ext>
            </a:extLst>
          </p:cNvPr>
          <p:cNvCxnSpPr>
            <a:endCxn id="45" idx="0"/>
          </p:cNvCxnSpPr>
          <p:nvPr/>
        </p:nvCxnSpPr>
        <p:spPr>
          <a:xfrm>
            <a:off x="10099795" y="3596452"/>
            <a:ext cx="1" cy="3836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1B98AC5B-5598-2991-1435-6B1D79526BD6}"/>
              </a:ext>
            </a:extLst>
          </p:cNvPr>
          <p:cNvCxnSpPr/>
          <p:nvPr/>
        </p:nvCxnSpPr>
        <p:spPr>
          <a:xfrm>
            <a:off x="11642651" y="3615070"/>
            <a:ext cx="0" cy="3650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82D1B80C-384E-9A06-1C3F-E7C526BFA669}"/>
              </a:ext>
            </a:extLst>
          </p:cNvPr>
          <p:cNvCxnSpPr>
            <a:cxnSpLocks/>
          </p:cNvCxnSpPr>
          <p:nvPr/>
        </p:nvCxnSpPr>
        <p:spPr>
          <a:xfrm flipV="1">
            <a:off x="6315151" y="3596452"/>
            <a:ext cx="5327500" cy="186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DD39F06D-EDD7-4B30-0AF7-8D9B8AB0F986}"/>
              </a:ext>
            </a:extLst>
          </p:cNvPr>
          <p:cNvCxnSpPr>
            <a:cxnSpLocks/>
          </p:cNvCxnSpPr>
          <p:nvPr/>
        </p:nvCxnSpPr>
        <p:spPr>
          <a:xfrm>
            <a:off x="1754372" y="3596452"/>
            <a:ext cx="2847321" cy="186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C254B5BF-5C3F-AA8A-FE00-FDA4C3483A9A}"/>
              </a:ext>
            </a:extLst>
          </p:cNvPr>
          <p:cNvCxnSpPr/>
          <p:nvPr/>
        </p:nvCxnSpPr>
        <p:spPr>
          <a:xfrm>
            <a:off x="1754372" y="4720856"/>
            <a:ext cx="0" cy="3296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494FE545-5FE6-15D2-C427-7D99DA3E8E31}"/>
              </a:ext>
            </a:extLst>
          </p:cNvPr>
          <p:cNvCxnSpPr>
            <a:cxnSpLocks/>
          </p:cNvCxnSpPr>
          <p:nvPr/>
        </p:nvCxnSpPr>
        <p:spPr>
          <a:xfrm>
            <a:off x="1754372" y="5050465"/>
            <a:ext cx="284732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A5B6D292-7804-65BD-F811-68AEE0E67152}"/>
              </a:ext>
            </a:extLst>
          </p:cNvPr>
          <p:cNvCxnSpPr>
            <a:stCxn id="40" idx="2"/>
          </p:cNvCxnSpPr>
          <p:nvPr/>
        </p:nvCxnSpPr>
        <p:spPr>
          <a:xfrm>
            <a:off x="3173819" y="4554283"/>
            <a:ext cx="0" cy="4961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35AAC259-468E-46FE-909A-BABA98530730}"/>
              </a:ext>
            </a:extLst>
          </p:cNvPr>
          <p:cNvCxnSpPr/>
          <p:nvPr/>
        </p:nvCxnSpPr>
        <p:spPr>
          <a:xfrm>
            <a:off x="4601693" y="4596835"/>
            <a:ext cx="0" cy="4536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34CC7F7D-428A-2930-0A77-AE49A21B6843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7100776" y="409354"/>
            <a:ext cx="18312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E3DA2418-47E3-50B7-4D8A-2BAAE82CA072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3081670" y="409354"/>
            <a:ext cx="20095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2D90D452-3F0A-4FB1-4638-798E431A0A51}"/>
              </a:ext>
            </a:extLst>
          </p:cNvPr>
          <p:cNvCxnSpPr/>
          <p:nvPr/>
        </p:nvCxnSpPr>
        <p:spPr>
          <a:xfrm>
            <a:off x="3092302" y="425302"/>
            <a:ext cx="0" cy="8328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2944D89E-C4AA-ABE7-5DB6-8A59745B6DEE}"/>
              </a:ext>
            </a:extLst>
          </p:cNvPr>
          <p:cNvCxnSpPr>
            <a:endCxn id="9" idx="0"/>
          </p:cNvCxnSpPr>
          <p:nvPr/>
        </p:nvCxnSpPr>
        <p:spPr>
          <a:xfrm>
            <a:off x="8932068" y="425302"/>
            <a:ext cx="0" cy="8328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A1135A06-493B-83D1-6BCF-40E07FD9B8D8}"/>
              </a:ext>
            </a:extLst>
          </p:cNvPr>
          <p:cNvCxnSpPr>
            <a:cxnSpLocks/>
          </p:cNvCxnSpPr>
          <p:nvPr/>
        </p:nvCxnSpPr>
        <p:spPr>
          <a:xfrm flipV="1">
            <a:off x="6315151" y="5042493"/>
            <a:ext cx="5327500" cy="79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E103B530-0D1C-D0C5-2649-0150E7EA112D}"/>
              </a:ext>
            </a:extLst>
          </p:cNvPr>
          <p:cNvCxnSpPr/>
          <p:nvPr/>
        </p:nvCxnSpPr>
        <p:spPr>
          <a:xfrm>
            <a:off x="6315151" y="4720856"/>
            <a:ext cx="0" cy="3296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B620B0B1-7A8E-DA8E-024E-BD511F01DDE4}"/>
              </a:ext>
            </a:extLst>
          </p:cNvPr>
          <p:cNvCxnSpPr>
            <a:stCxn id="42" idx="2"/>
          </p:cNvCxnSpPr>
          <p:nvPr/>
        </p:nvCxnSpPr>
        <p:spPr>
          <a:xfrm flipH="1">
            <a:off x="7599936" y="4543640"/>
            <a:ext cx="1" cy="5068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97F71380-3CC4-A61A-F516-DDB49D138742}"/>
              </a:ext>
            </a:extLst>
          </p:cNvPr>
          <p:cNvCxnSpPr>
            <a:cxnSpLocks/>
            <a:stCxn id="46" idx="2"/>
          </p:cNvCxnSpPr>
          <p:nvPr/>
        </p:nvCxnSpPr>
        <p:spPr>
          <a:xfrm>
            <a:off x="8848418" y="4561366"/>
            <a:ext cx="7874" cy="4890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5D0FDEE5-A320-66BF-D4B0-E6325325D3F1}"/>
              </a:ext>
            </a:extLst>
          </p:cNvPr>
          <p:cNvCxnSpPr>
            <a:stCxn id="45" idx="2"/>
          </p:cNvCxnSpPr>
          <p:nvPr/>
        </p:nvCxnSpPr>
        <p:spPr>
          <a:xfrm flipH="1">
            <a:off x="10099795" y="4543640"/>
            <a:ext cx="1" cy="5068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C3BB7359-F730-B2A6-B151-131F7F76B81E}"/>
              </a:ext>
            </a:extLst>
          </p:cNvPr>
          <p:cNvCxnSpPr>
            <a:cxnSpLocks/>
          </p:cNvCxnSpPr>
          <p:nvPr/>
        </p:nvCxnSpPr>
        <p:spPr>
          <a:xfrm flipH="1">
            <a:off x="11642651" y="4535669"/>
            <a:ext cx="861" cy="5068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CF178AF1-AE9C-6DEE-065A-8624E434B644}"/>
              </a:ext>
            </a:extLst>
          </p:cNvPr>
          <p:cNvCxnSpPr>
            <a:cxnSpLocks/>
          </p:cNvCxnSpPr>
          <p:nvPr/>
        </p:nvCxnSpPr>
        <p:spPr>
          <a:xfrm>
            <a:off x="3165843" y="5056313"/>
            <a:ext cx="7975" cy="3081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D0B3D79A-463F-FFB8-D798-8AAB5007D431}"/>
              </a:ext>
            </a:extLst>
          </p:cNvPr>
          <p:cNvCxnSpPr>
            <a:cxnSpLocks/>
          </p:cNvCxnSpPr>
          <p:nvPr/>
        </p:nvCxnSpPr>
        <p:spPr>
          <a:xfrm>
            <a:off x="8848418" y="5068190"/>
            <a:ext cx="7975" cy="3473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70548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FE9AF7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8C98437-2DAF-DDEC-0AF3-7EA9F625F424}"/>
              </a:ext>
            </a:extLst>
          </p:cNvPr>
          <p:cNvSpPr/>
          <p:nvPr/>
        </p:nvSpPr>
        <p:spPr>
          <a:xfrm>
            <a:off x="5091223" y="127591"/>
            <a:ext cx="2009553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Manowa</a:t>
            </a:r>
            <a:b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(SPOC)</a:t>
            </a:r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D292B7-391D-BD13-9843-0E419921C78C}"/>
              </a:ext>
            </a:extLst>
          </p:cNvPr>
          <p:cNvSpPr/>
          <p:nvPr/>
        </p:nvSpPr>
        <p:spPr>
          <a:xfrm>
            <a:off x="2169043" y="1258189"/>
            <a:ext cx="2009553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MLS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41B0E5-A7F8-EE39-F94D-152AC381E22F}"/>
              </a:ext>
            </a:extLst>
          </p:cNvPr>
          <p:cNvSpPr/>
          <p:nvPr/>
        </p:nvSpPr>
        <p:spPr>
          <a:xfrm>
            <a:off x="7927291" y="1258189"/>
            <a:ext cx="2009553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D040B7-6BB4-E14B-C638-0EF56E254F94}"/>
              </a:ext>
            </a:extLst>
          </p:cNvPr>
          <p:cNvSpPr/>
          <p:nvPr/>
        </p:nvSpPr>
        <p:spPr>
          <a:xfrm>
            <a:off x="1116419" y="4033309"/>
            <a:ext cx="1202341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Downloading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Wave 27">
            <a:extLst>
              <a:ext uri="{FF2B5EF4-FFF2-40B4-BE49-F238E27FC236}">
                <a16:creationId xmlns:a16="http://schemas.microsoft.com/office/drawing/2014/main" id="{06A7EBF2-1038-7E08-7B76-26352032BE94}"/>
              </a:ext>
            </a:extLst>
          </p:cNvPr>
          <p:cNvSpPr/>
          <p:nvPr/>
        </p:nvSpPr>
        <p:spPr>
          <a:xfrm>
            <a:off x="2169043" y="5310069"/>
            <a:ext cx="2262698" cy="891362"/>
          </a:xfrm>
          <a:prstGeom prst="wave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Ravi</a:t>
            </a:r>
            <a:b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(QC)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467713E-C112-AB4E-69B6-9271A36DF540}"/>
              </a:ext>
            </a:extLst>
          </p:cNvPr>
          <p:cNvSpPr/>
          <p:nvPr/>
        </p:nvSpPr>
        <p:spPr>
          <a:xfrm>
            <a:off x="2416382" y="2456125"/>
            <a:ext cx="1514874" cy="89136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IL State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093544D-5C4C-3239-41EE-0C0D316D07C3}"/>
              </a:ext>
            </a:extLst>
          </p:cNvPr>
          <p:cNvSpPr/>
          <p:nvPr/>
        </p:nvSpPr>
        <p:spPr>
          <a:xfrm>
            <a:off x="8098855" y="2340048"/>
            <a:ext cx="1514874" cy="89136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Dallas</a:t>
            </a:r>
          </a:p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Denton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C38B901-C2A4-5A52-81C4-B98D1346F836}"/>
              </a:ext>
            </a:extLst>
          </p:cNvPr>
          <p:cNvSpPr/>
          <p:nvPr/>
        </p:nvSpPr>
        <p:spPr>
          <a:xfrm>
            <a:off x="2572648" y="4012033"/>
            <a:ext cx="1202341" cy="542250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</a:t>
            </a:r>
            <a:b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Validation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CC7950E-4C52-0F48-084D-41348874CDCF}"/>
              </a:ext>
            </a:extLst>
          </p:cNvPr>
          <p:cNvSpPr/>
          <p:nvPr/>
        </p:nvSpPr>
        <p:spPr>
          <a:xfrm>
            <a:off x="4000523" y="3986313"/>
            <a:ext cx="1202341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Uploading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47DD5DC-6070-82E8-0790-49EE4B8D59BC}"/>
              </a:ext>
            </a:extLst>
          </p:cNvPr>
          <p:cNvSpPr/>
          <p:nvPr/>
        </p:nvSpPr>
        <p:spPr>
          <a:xfrm>
            <a:off x="6998766" y="3980114"/>
            <a:ext cx="1202341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</a:t>
            </a:r>
            <a:b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Extraction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28CFC68-20D1-53B8-3C26-A6C4D74DD89A}"/>
              </a:ext>
            </a:extLst>
          </p:cNvPr>
          <p:cNvSpPr/>
          <p:nvPr/>
        </p:nvSpPr>
        <p:spPr>
          <a:xfrm>
            <a:off x="5713981" y="3997796"/>
            <a:ext cx="1202341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Downloads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0EB0BD8-E446-6E59-F52A-C35B800065DC}"/>
              </a:ext>
            </a:extLst>
          </p:cNvPr>
          <p:cNvSpPr/>
          <p:nvPr/>
        </p:nvSpPr>
        <p:spPr>
          <a:xfrm>
            <a:off x="10742128" y="3972143"/>
            <a:ext cx="1202341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Spartaxx</a:t>
            </a:r>
            <a:b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Updates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262294C-AA33-67FD-3CFF-F39C5BACC65B}"/>
              </a:ext>
            </a:extLst>
          </p:cNvPr>
          <p:cNvSpPr/>
          <p:nvPr/>
        </p:nvSpPr>
        <p:spPr>
          <a:xfrm>
            <a:off x="9498625" y="3980114"/>
            <a:ext cx="1202341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PW</a:t>
            </a:r>
            <a:b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Indexing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1070BE6-C686-DAC1-B4B1-7E15D10A4ED5}"/>
              </a:ext>
            </a:extLst>
          </p:cNvPr>
          <p:cNvSpPr/>
          <p:nvPr/>
        </p:nvSpPr>
        <p:spPr>
          <a:xfrm>
            <a:off x="8255123" y="3980113"/>
            <a:ext cx="1186590" cy="581253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b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U&amp;E/Median/</a:t>
            </a:r>
            <a:b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Mean Values extraction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Wave 48">
            <a:extLst>
              <a:ext uri="{FF2B5EF4-FFF2-40B4-BE49-F238E27FC236}">
                <a16:creationId xmlns:a16="http://schemas.microsoft.com/office/drawing/2014/main" id="{9852CA30-19C6-55AC-1476-EDD8C356E9BA}"/>
              </a:ext>
            </a:extLst>
          </p:cNvPr>
          <p:cNvSpPr/>
          <p:nvPr/>
        </p:nvSpPr>
        <p:spPr>
          <a:xfrm>
            <a:off x="7724943" y="5310069"/>
            <a:ext cx="2262698" cy="891362"/>
          </a:xfrm>
          <a:prstGeom prst="wave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Sreeram</a:t>
            </a:r>
            <a:b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(QC)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C5460FE-E512-6344-8E0F-CFFC4EF11B59}"/>
              </a:ext>
            </a:extLst>
          </p:cNvPr>
          <p:cNvCxnSpPr>
            <a:cxnSpLocks/>
          </p:cNvCxnSpPr>
          <p:nvPr/>
        </p:nvCxnSpPr>
        <p:spPr>
          <a:xfrm>
            <a:off x="3073694" y="1833692"/>
            <a:ext cx="15951" cy="6224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D409A7D-98CF-E67C-88AD-B912FA4980FA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8932068" y="1821715"/>
            <a:ext cx="20546" cy="5183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A98AFA0E-4ED0-084D-D40A-438A1B23B81D}"/>
              </a:ext>
            </a:extLst>
          </p:cNvPr>
          <p:cNvCxnSpPr>
            <a:cxnSpLocks/>
          </p:cNvCxnSpPr>
          <p:nvPr/>
        </p:nvCxnSpPr>
        <p:spPr>
          <a:xfrm flipH="1">
            <a:off x="3121096" y="3347487"/>
            <a:ext cx="15951" cy="2675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155362AC-4FEF-D58B-DD49-A82A760DD036}"/>
              </a:ext>
            </a:extLst>
          </p:cNvPr>
          <p:cNvCxnSpPr/>
          <p:nvPr/>
        </p:nvCxnSpPr>
        <p:spPr>
          <a:xfrm>
            <a:off x="1754372" y="3636346"/>
            <a:ext cx="0" cy="3969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B582A7F3-BE76-8952-9FE7-EB85E92EECEE}"/>
              </a:ext>
            </a:extLst>
          </p:cNvPr>
          <p:cNvCxnSpPr>
            <a:cxnSpLocks/>
          </p:cNvCxnSpPr>
          <p:nvPr/>
        </p:nvCxnSpPr>
        <p:spPr>
          <a:xfrm>
            <a:off x="3113120" y="3615070"/>
            <a:ext cx="7976" cy="3969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46C3F2E3-C793-6751-D19A-C2ABC4EBBF1C}"/>
              </a:ext>
            </a:extLst>
          </p:cNvPr>
          <p:cNvCxnSpPr>
            <a:endCxn id="41" idx="0"/>
          </p:cNvCxnSpPr>
          <p:nvPr/>
        </p:nvCxnSpPr>
        <p:spPr>
          <a:xfrm>
            <a:off x="4601693" y="3615070"/>
            <a:ext cx="1" cy="3712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B3C3265C-9DC4-2A6E-A85F-5CD7BE00A040}"/>
              </a:ext>
            </a:extLst>
          </p:cNvPr>
          <p:cNvCxnSpPr>
            <a:cxnSpLocks/>
          </p:cNvCxnSpPr>
          <p:nvPr/>
        </p:nvCxnSpPr>
        <p:spPr>
          <a:xfrm>
            <a:off x="8848418" y="3347487"/>
            <a:ext cx="7874" cy="2489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0C5F20E9-8A51-E8BB-A91D-66C984D6A753}"/>
              </a:ext>
            </a:extLst>
          </p:cNvPr>
          <p:cNvCxnSpPr>
            <a:endCxn id="43" idx="0"/>
          </p:cNvCxnSpPr>
          <p:nvPr/>
        </p:nvCxnSpPr>
        <p:spPr>
          <a:xfrm>
            <a:off x="6315151" y="3615070"/>
            <a:ext cx="1" cy="3827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F30AAC29-A575-42CA-0FB4-F52569A182C8}"/>
              </a:ext>
            </a:extLst>
          </p:cNvPr>
          <p:cNvCxnSpPr>
            <a:endCxn id="42" idx="0"/>
          </p:cNvCxnSpPr>
          <p:nvPr/>
        </p:nvCxnSpPr>
        <p:spPr>
          <a:xfrm>
            <a:off x="7599936" y="3615070"/>
            <a:ext cx="1" cy="3650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C8E12291-72E6-2901-0037-CA02B1C4E297}"/>
              </a:ext>
            </a:extLst>
          </p:cNvPr>
          <p:cNvCxnSpPr>
            <a:endCxn id="46" idx="0"/>
          </p:cNvCxnSpPr>
          <p:nvPr/>
        </p:nvCxnSpPr>
        <p:spPr>
          <a:xfrm flipH="1">
            <a:off x="8848418" y="3615070"/>
            <a:ext cx="7874" cy="3650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3EBFD351-0DCB-5988-BD23-5EDDF691C297}"/>
              </a:ext>
            </a:extLst>
          </p:cNvPr>
          <p:cNvCxnSpPr>
            <a:endCxn id="45" idx="0"/>
          </p:cNvCxnSpPr>
          <p:nvPr/>
        </p:nvCxnSpPr>
        <p:spPr>
          <a:xfrm>
            <a:off x="10099795" y="3596452"/>
            <a:ext cx="1" cy="3836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1B98AC5B-5598-2991-1435-6B1D79526BD6}"/>
              </a:ext>
            </a:extLst>
          </p:cNvPr>
          <p:cNvCxnSpPr/>
          <p:nvPr/>
        </p:nvCxnSpPr>
        <p:spPr>
          <a:xfrm>
            <a:off x="11642651" y="3615070"/>
            <a:ext cx="0" cy="3650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82D1B80C-384E-9A06-1C3F-E7C526BFA669}"/>
              </a:ext>
            </a:extLst>
          </p:cNvPr>
          <p:cNvCxnSpPr>
            <a:cxnSpLocks/>
          </p:cNvCxnSpPr>
          <p:nvPr/>
        </p:nvCxnSpPr>
        <p:spPr>
          <a:xfrm flipV="1">
            <a:off x="6315151" y="3596452"/>
            <a:ext cx="5327500" cy="186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DD39F06D-EDD7-4B30-0AF7-8D9B8AB0F986}"/>
              </a:ext>
            </a:extLst>
          </p:cNvPr>
          <p:cNvCxnSpPr>
            <a:cxnSpLocks/>
          </p:cNvCxnSpPr>
          <p:nvPr/>
        </p:nvCxnSpPr>
        <p:spPr>
          <a:xfrm>
            <a:off x="1754372" y="3615070"/>
            <a:ext cx="284732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C254B5BF-5C3F-AA8A-FE00-FDA4C3483A9A}"/>
              </a:ext>
            </a:extLst>
          </p:cNvPr>
          <p:cNvCxnSpPr/>
          <p:nvPr/>
        </p:nvCxnSpPr>
        <p:spPr>
          <a:xfrm>
            <a:off x="1754372" y="4720856"/>
            <a:ext cx="0" cy="3296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494FE545-5FE6-15D2-C427-7D99DA3E8E31}"/>
              </a:ext>
            </a:extLst>
          </p:cNvPr>
          <p:cNvCxnSpPr>
            <a:cxnSpLocks/>
          </p:cNvCxnSpPr>
          <p:nvPr/>
        </p:nvCxnSpPr>
        <p:spPr>
          <a:xfrm>
            <a:off x="1754372" y="5050465"/>
            <a:ext cx="284732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A5B6D292-7804-65BD-F811-68AEE0E67152}"/>
              </a:ext>
            </a:extLst>
          </p:cNvPr>
          <p:cNvCxnSpPr>
            <a:stCxn id="40" idx="2"/>
          </p:cNvCxnSpPr>
          <p:nvPr/>
        </p:nvCxnSpPr>
        <p:spPr>
          <a:xfrm>
            <a:off x="3173819" y="4554283"/>
            <a:ext cx="0" cy="4961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35AAC259-468E-46FE-909A-BABA98530730}"/>
              </a:ext>
            </a:extLst>
          </p:cNvPr>
          <p:cNvCxnSpPr/>
          <p:nvPr/>
        </p:nvCxnSpPr>
        <p:spPr>
          <a:xfrm>
            <a:off x="4601693" y="4596835"/>
            <a:ext cx="0" cy="4536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34CC7F7D-428A-2930-0A77-AE49A21B6843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7100776" y="409354"/>
            <a:ext cx="18312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E3DA2418-47E3-50B7-4D8A-2BAAE82CA072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3081670" y="409354"/>
            <a:ext cx="20095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2D90D452-3F0A-4FB1-4638-798E431A0A51}"/>
              </a:ext>
            </a:extLst>
          </p:cNvPr>
          <p:cNvCxnSpPr/>
          <p:nvPr/>
        </p:nvCxnSpPr>
        <p:spPr>
          <a:xfrm>
            <a:off x="3092302" y="425302"/>
            <a:ext cx="0" cy="8328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2944D89E-C4AA-ABE7-5DB6-8A59745B6DEE}"/>
              </a:ext>
            </a:extLst>
          </p:cNvPr>
          <p:cNvCxnSpPr>
            <a:endCxn id="9" idx="0"/>
          </p:cNvCxnSpPr>
          <p:nvPr/>
        </p:nvCxnSpPr>
        <p:spPr>
          <a:xfrm>
            <a:off x="8932068" y="425302"/>
            <a:ext cx="0" cy="8328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A1135A06-493B-83D1-6BCF-40E07FD9B8D8}"/>
              </a:ext>
            </a:extLst>
          </p:cNvPr>
          <p:cNvCxnSpPr>
            <a:cxnSpLocks/>
          </p:cNvCxnSpPr>
          <p:nvPr/>
        </p:nvCxnSpPr>
        <p:spPr>
          <a:xfrm flipV="1">
            <a:off x="6315151" y="5042493"/>
            <a:ext cx="5327500" cy="79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E103B530-0D1C-D0C5-2649-0150E7EA112D}"/>
              </a:ext>
            </a:extLst>
          </p:cNvPr>
          <p:cNvCxnSpPr/>
          <p:nvPr/>
        </p:nvCxnSpPr>
        <p:spPr>
          <a:xfrm>
            <a:off x="6315151" y="4720856"/>
            <a:ext cx="0" cy="3296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B620B0B1-7A8E-DA8E-024E-BD511F01DDE4}"/>
              </a:ext>
            </a:extLst>
          </p:cNvPr>
          <p:cNvCxnSpPr>
            <a:stCxn id="42" idx="2"/>
          </p:cNvCxnSpPr>
          <p:nvPr/>
        </p:nvCxnSpPr>
        <p:spPr>
          <a:xfrm flipH="1">
            <a:off x="7599936" y="4543640"/>
            <a:ext cx="1" cy="5068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97F71380-3CC4-A61A-F516-DDB49D138742}"/>
              </a:ext>
            </a:extLst>
          </p:cNvPr>
          <p:cNvCxnSpPr>
            <a:cxnSpLocks/>
            <a:stCxn id="46" idx="2"/>
          </p:cNvCxnSpPr>
          <p:nvPr/>
        </p:nvCxnSpPr>
        <p:spPr>
          <a:xfrm>
            <a:off x="8848418" y="4561366"/>
            <a:ext cx="7874" cy="4890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5D0FDEE5-A320-66BF-D4B0-E6325325D3F1}"/>
              </a:ext>
            </a:extLst>
          </p:cNvPr>
          <p:cNvCxnSpPr>
            <a:stCxn id="45" idx="2"/>
          </p:cNvCxnSpPr>
          <p:nvPr/>
        </p:nvCxnSpPr>
        <p:spPr>
          <a:xfrm flipH="1">
            <a:off x="10099795" y="4543640"/>
            <a:ext cx="1" cy="5068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C3BB7359-F730-B2A6-B151-131F7F76B81E}"/>
              </a:ext>
            </a:extLst>
          </p:cNvPr>
          <p:cNvCxnSpPr>
            <a:cxnSpLocks/>
          </p:cNvCxnSpPr>
          <p:nvPr/>
        </p:nvCxnSpPr>
        <p:spPr>
          <a:xfrm flipH="1">
            <a:off x="11642651" y="4535669"/>
            <a:ext cx="861" cy="5068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CF178AF1-AE9C-6DEE-065A-8624E434B644}"/>
              </a:ext>
            </a:extLst>
          </p:cNvPr>
          <p:cNvCxnSpPr>
            <a:cxnSpLocks/>
          </p:cNvCxnSpPr>
          <p:nvPr/>
        </p:nvCxnSpPr>
        <p:spPr>
          <a:xfrm>
            <a:off x="3165843" y="5056313"/>
            <a:ext cx="7975" cy="3081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D0B3D79A-463F-FFB8-D798-8AAB5007D431}"/>
              </a:ext>
            </a:extLst>
          </p:cNvPr>
          <p:cNvCxnSpPr>
            <a:cxnSpLocks/>
          </p:cNvCxnSpPr>
          <p:nvPr/>
        </p:nvCxnSpPr>
        <p:spPr>
          <a:xfrm>
            <a:off x="8848418" y="5068190"/>
            <a:ext cx="7975" cy="3473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66079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5" descr="Horizontal Organization Chart" title="SmartArt">
            <a:extLst>
              <a:ext uri="{FF2B5EF4-FFF2-40B4-BE49-F238E27FC236}">
                <a16:creationId xmlns:a16="http://schemas.microsoft.com/office/drawing/2014/main" id="{CA5FA084-4FE0-808C-1089-D37C5E959E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0590515"/>
              </p:ext>
            </p:extLst>
          </p:nvPr>
        </p:nvGraphicFramePr>
        <p:xfrm>
          <a:off x="321937" y="233916"/>
          <a:ext cx="9257998" cy="63157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95679359-F990-B8BA-5AD2-2F9F022D465D}"/>
              </a:ext>
            </a:extLst>
          </p:cNvPr>
          <p:cNvGrpSpPr/>
          <p:nvPr/>
        </p:nvGrpSpPr>
        <p:grpSpPr>
          <a:xfrm>
            <a:off x="7300055" y="4962344"/>
            <a:ext cx="2205452" cy="694178"/>
            <a:chOff x="7016955" y="3810961"/>
            <a:chExt cx="2205452" cy="782301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7EE1F114-0A54-6942-1F17-700E6B05C749}"/>
                </a:ext>
              </a:extLst>
            </p:cNvPr>
            <p:cNvSpPr/>
            <p:nvPr/>
          </p:nvSpPr>
          <p:spPr>
            <a:xfrm>
              <a:off x="7016955" y="3810961"/>
              <a:ext cx="2205452" cy="782301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4">
                <a:hueOff val="0"/>
                <a:satOff val="0"/>
                <a:lumOff val="0"/>
                <a:alphaOff val="0"/>
              </a:schemeClr>
            </a:fillRef>
            <a:effectRef idx="2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6" name="Rectangle: Rounded Corners 4">
              <a:extLst>
                <a:ext uri="{FF2B5EF4-FFF2-40B4-BE49-F238E27FC236}">
                  <a16:creationId xmlns:a16="http://schemas.microsoft.com/office/drawing/2014/main" id="{A307A710-5065-6593-0EC2-E189AE391C76}"/>
                </a:ext>
              </a:extLst>
            </p:cNvPr>
            <p:cNvSpPr txBox="1"/>
            <p:nvPr/>
          </p:nvSpPr>
          <p:spPr>
            <a:xfrm>
              <a:off x="7039868" y="3833874"/>
              <a:ext cx="2159626" cy="73647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1430" tIns="11430" rIns="11430" bIns="1143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kern="1200" dirty="0">
                  <a:solidFill>
                    <a:schemeClr val="bg1"/>
                  </a:solidFill>
                </a:rPr>
                <a:t>S</a:t>
              </a:r>
              <a:r>
                <a:rPr lang="en-IN" sz="1600" kern="1200" dirty="0" err="1">
                  <a:solidFill>
                    <a:schemeClr val="bg1"/>
                  </a:solidFill>
                </a:rPr>
                <a:t>pecial</a:t>
              </a:r>
              <a:r>
                <a:rPr lang="en-IN" sz="1600" kern="1200" dirty="0">
                  <a:solidFill>
                    <a:schemeClr val="bg1"/>
                  </a:solidFill>
                </a:rPr>
                <a:t> Request</a:t>
              </a:r>
            </a:p>
          </p:txBody>
        </p:sp>
      </p:grp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D8EE399-BE07-D1AF-FCF9-41D75B12587D}"/>
              </a:ext>
            </a:extLst>
          </p:cNvPr>
          <p:cNvCxnSpPr>
            <a:cxnSpLocks/>
          </p:cNvCxnSpPr>
          <p:nvPr/>
        </p:nvCxnSpPr>
        <p:spPr>
          <a:xfrm>
            <a:off x="6315740" y="4274288"/>
            <a:ext cx="984315" cy="1020726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63013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5" descr="Horizontal Organization Chart" title="SmartArt">
            <a:extLst>
              <a:ext uri="{FF2B5EF4-FFF2-40B4-BE49-F238E27FC236}">
                <a16:creationId xmlns:a16="http://schemas.microsoft.com/office/drawing/2014/main" id="{CA5FA084-4FE0-808C-1089-D37C5E959E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9917401"/>
              </p:ext>
            </p:extLst>
          </p:nvPr>
        </p:nvGraphicFramePr>
        <p:xfrm>
          <a:off x="428263" y="372141"/>
          <a:ext cx="8970918" cy="61803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92CB653B-665A-1A6A-D093-CF148F21D8EA}"/>
              </a:ext>
            </a:extLst>
          </p:cNvPr>
          <p:cNvGrpSpPr/>
          <p:nvPr/>
        </p:nvGrpSpPr>
        <p:grpSpPr>
          <a:xfrm>
            <a:off x="7256045" y="4708612"/>
            <a:ext cx="1990856" cy="730422"/>
            <a:chOff x="6980815" y="5167417"/>
            <a:chExt cx="1913622" cy="1135451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F9882789-3075-EEF1-9FC5-FCD664314F7C}"/>
                </a:ext>
              </a:extLst>
            </p:cNvPr>
            <p:cNvSpPr/>
            <p:nvPr/>
          </p:nvSpPr>
          <p:spPr>
            <a:xfrm>
              <a:off x="6980815" y="5167417"/>
              <a:ext cx="1913622" cy="1135451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4">
                <a:hueOff val="0"/>
                <a:satOff val="0"/>
                <a:lumOff val="0"/>
                <a:alphaOff val="0"/>
              </a:schemeClr>
            </a:fillRef>
            <a:effectRef idx="2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D8E577B4-5D26-FF76-A553-4B41DD8B2872}"/>
                </a:ext>
              </a:extLst>
            </p:cNvPr>
            <p:cNvSpPr txBox="1"/>
            <p:nvPr/>
          </p:nvSpPr>
          <p:spPr>
            <a:xfrm>
              <a:off x="7014071" y="5200674"/>
              <a:ext cx="1847110" cy="9247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525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kern="1200" dirty="0" err="1">
                  <a:solidFill>
                    <a:schemeClr val="tx1"/>
                  </a:solidFill>
                </a:rPr>
                <a:t>Sreeram</a:t>
              </a:r>
              <a:endParaRPr lang="en-IN" kern="1200" dirty="0">
                <a:solidFill>
                  <a:schemeClr val="tx1"/>
                </a:solidFill>
              </a:endParaRPr>
            </a:p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600" kern="1200" dirty="0">
                  <a:solidFill>
                    <a:schemeClr val="bg1"/>
                  </a:solidFill>
                </a:rPr>
                <a:t>FTP</a:t>
              </a:r>
              <a:endParaRPr lang="en-US" sz="1600" kern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800BF4D-315E-146B-3F2A-21400E919239}"/>
              </a:ext>
            </a:extLst>
          </p:cNvPr>
          <p:cNvGrpSpPr/>
          <p:nvPr/>
        </p:nvGrpSpPr>
        <p:grpSpPr>
          <a:xfrm>
            <a:off x="7243211" y="5720885"/>
            <a:ext cx="2016523" cy="831601"/>
            <a:chOff x="6919070" y="4165698"/>
            <a:chExt cx="1913622" cy="831601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4A60181F-3B7F-2465-7AB3-494940A07209}"/>
                </a:ext>
              </a:extLst>
            </p:cNvPr>
            <p:cNvSpPr/>
            <p:nvPr/>
          </p:nvSpPr>
          <p:spPr>
            <a:xfrm>
              <a:off x="6919070" y="4165698"/>
              <a:ext cx="1913622" cy="831601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4">
                <a:hueOff val="0"/>
                <a:satOff val="0"/>
                <a:lumOff val="0"/>
                <a:alphaOff val="0"/>
              </a:schemeClr>
            </a:fillRef>
            <a:effectRef idx="2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0" name="Rectangle: Rounded Corners 4">
              <a:extLst>
                <a:ext uri="{FF2B5EF4-FFF2-40B4-BE49-F238E27FC236}">
                  <a16:creationId xmlns:a16="http://schemas.microsoft.com/office/drawing/2014/main" id="{2F1208CD-4978-43BC-7685-6036E332BCD0}"/>
                </a:ext>
              </a:extLst>
            </p:cNvPr>
            <p:cNvSpPr txBox="1"/>
            <p:nvPr/>
          </p:nvSpPr>
          <p:spPr>
            <a:xfrm>
              <a:off x="6943427" y="4190055"/>
              <a:ext cx="1864908" cy="78288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525" numCol="1" spcCol="1270" anchor="ctr" anchorCtr="0">
              <a:noAutofit/>
            </a:bodyPr>
            <a:lstStyle/>
            <a:p>
              <a:pPr lvl="0"/>
              <a:r>
                <a:rPr lang="en-IN" sz="1600" dirty="0">
                  <a:solidFill>
                    <a:schemeClr val="bg1"/>
                  </a:solidFill>
                  <a:latin typeface="Trebuchet MS (Body)"/>
                </a:rPr>
                <a:t>       Email Distro</a:t>
              </a:r>
              <a:endParaRPr lang="en-IN" sz="1600" dirty="0">
                <a:latin typeface="Trebuchet MS (Body)"/>
              </a:endParaRPr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D33BF7E-BB9B-FF1B-73FE-28B9DC709FC1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6249244" y="4327451"/>
            <a:ext cx="993967" cy="1809235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E548812-1057-F6F2-5992-DF9137184380}"/>
              </a:ext>
            </a:extLst>
          </p:cNvPr>
          <p:cNvCxnSpPr>
            <a:cxnSpLocks/>
          </p:cNvCxnSpPr>
          <p:nvPr/>
        </p:nvCxnSpPr>
        <p:spPr>
          <a:xfrm>
            <a:off x="6283842" y="4327451"/>
            <a:ext cx="972203" cy="738398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36398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5" descr="Horizontal Organization Chart" title="SmartArt">
            <a:extLst>
              <a:ext uri="{FF2B5EF4-FFF2-40B4-BE49-F238E27FC236}">
                <a16:creationId xmlns:a16="http://schemas.microsoft.com/office/drawing/2014/main" id="{CA5FA084-4FE0-808C-1089-D37C5E959E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9806704"/>
              </p:ext>
            </p:extLst>
          </p:nvPr>
        </p:nvGraphicFramePr>
        <p:xfrm>
          <a:off x="428263" y="372140"/>
          <a:ext cx="9034714" cy="63689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92CB653B-665A-1A6A-D093-CF148F21D8EA}"/>
              </a:ext>
            </a:extLst>
          </p:cNvPr>
          <p:cNvGrpSpPr/>
          <p:nvPr/>
        </p:nvGrpSpPr>
        <p:grpSpPr>
          <a:xfrm>
            <a:off x="7351737" y="5144547"/>
            <a:ext cx="1990856" cy="730422"/>
            <a:chOff x="6980815" y="5167417"/>
            <a:chExt cx="1913622" cy="1135451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F9882789-3075-EEF1-9FC5-FCD664314F7C}"/>
                </a:ext>
              </a:extLst>
            </p:cNvPr>
            <p:cNvSpPr/>
            <p:nvPr/>
          </p:nvSpPr>
          <p:spPr>
            <a:xfrm>
              <a:off x="6980815" y="5167417"/>
              <a:ext cx="1913622" cy="1135451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4">
                <a:hueOff val="0"/>
                <a:satOff val="0"/>
                <a:lumOff val="0"/>
                <a:alphaOff val="0"/>
              </a:schemeClr>
            </a:fillRef>
            <a:effectRef idx="2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D8E577B4-5D26-FF76-A553-4B41DD8B2872}"/>
                </a:ext>
              </a:extLst>
            </p:cNvPr>
            <p:cNvSpPr txBox="1"/>
            <p:nvPr/>
          </p:nvSpPr>
          <p:spPr>
            <a:xfrm>
              <a:off x="7014071" y="5200674"/>
              <a:ext cx="1847110" cy="9247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525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600" kern="1200" dirty="0">
                  <a:solidFill>
                    <a:schemeClr val="bg1"/>
                  </a:solidFill>
                </a:rPr>
                <a:t>FTP</a:t>
              </a:r>
              <a:endParaRPr lang="en-US" sz="1600" kern="12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E548812-1057-F6F2-5992-DF9137184380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6305107" y="4455042"/>
            <a:ext cx="1046630" cy="1054716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83662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5" descr="Horizontal Organization Chart" title="SmartArt">
            <a:extLst>
              <a:ext uri="{FF2B5EF4-FFF2-40B4-BE49-F238E27FC236}">
                <a16:creationId xmlns:a16="http://schemas.microsoft.com/office/drawing/2014/main" id="{CA5FA084-4FE0-808C-1089-D37C5E959E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0125600"/>
              </p:ext>
            </p:extLst>
          </p:nvPr>
        </p:nvGraphicFramePr>
        <p:xfrm>
          <a:off x="428263" y="372140"/>
          <a:ext cx="9034714" cy="63689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E548812-1057-F6F2-5992-DF9137184380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6273209" y="2456121"/>
            <a:ext cx="899778" cy="534046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AAA12B2B-B0DB-5368-7D01-A25CD5C53355}"/>
              </a:ext>
            </a:extLst>
          </p:cNvPr>
          <p:cNvGrpSpPr/>
          <p:nvPr/>
        </p:nvGrpSpPr>
        <p:grpSpPr>
          <a:xfrm>
            <a:off x="7172987" y="2646677"/>
            <a:ext cx="2124375" cy="686980"/>
            <a:chOff x="6779311" y="3179398"/>
            <a:chExt cx="2124375" cy="686980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D626E40C-1502-17CD-5A00-F284FB34363D}"/>
                </a:ext>
              </a:extLst>
            </p:cNvPr>
            <p:cNvSpPr/>
            <p:nvPr/>
          </p:nvSpPr>
          <p:spPr>
            <a:xfrm>
              <a:off x="6779311" y="3179398"/>
              <a:ext cx="2124375" cy="686980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4">
                <a:hueOff val="0"/>
                <a:satOff val="0"/>
                <a:lumOff val="0"/>
                <a:alphaOff val="0"/>
              </a:schemeClr>
            </a:fillRef>
            <a:effectRef idx="2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Rectangle: Rounded Corners 4">
              <a:extLst>
                <a:ext uri="{FF2B5EF4-FFF2-40B4-BE49-F238E27FC236}">
                  <a16:creationId xmlns:a16="http://schemas.microsoft.com/office/drawing/2014/main" id="{26AE1A84-BAA6-1EEF-3AF9-664061AE1AF6}"/>
                </a:ext>
              </a:extLst>
            </p:cNvPr>
            <p:cNvSpPr txBox="1"/>
            <p:nvPr/>
          </p:nvSpPr>
          <p:spPr>
            <a:xfrm>
              <a:off x="6799432" y="3199519"/>
              <a:ext cx="2084133" cy="64673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1430" tIns="11430" rIns="11430" bIns="1143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800" kern="1200" dirty="0">
                  <a:solidFill>
                    <a:schemeClr val="tx1"/>
                  </a:solidFill>
                </a:rPr>
                <a:t>Princy</a:t>
              </a:r>
              <a:endParaRPr lang="en-US" sz="1800" kern="1200" dirty="0">
                <a:solidFill>
                  <a:schemeClr val="tx1"/>
                </a:solidFill>
              </a:endParaRPr>
            </a:p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600" kern="1200" dirty="0"/>
                <a:t>Resi-Out of TX</a:t>
              </a:r>
              <a:endParaRPr lang="en-US" sz="16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5420894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utoShape 10" descr="Everything is possible if... | Quotes &amp; Writings by words_of_ shalini |  YourQuote">
            <a:extLst>
              <a:ext uri="{FF2B5EF4-FFF2-40B4-BE49-F238E27FC236}">
                <a16:creationId xmlns:a16="http://schemas.microsoft.com/office/drawing/2014/main" id="{D3E77DA2-9EB5-1EA0-44DA-60E1A93A82F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42326503-E4D5-4A41-E308-421B69F7F1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0" name="Picture 20" descr="Success Background Images - Free Download on Freepik">
            <a:extLst>
              <a:ext uri="{FF2B5EF4-FFF2-40B4-BE49-F238E27FC236}">
                <a16:creationId xmlns:a16="http://schemas.microsoft.com/office/drawing/2014/main" id="{7756FF06-41D9-F299-803D-1AD3122999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4" name="Content Placeholder 5" descr="Horizontal Organization Chart" title="SmartArt">
            <a:extLst>
              <a:ext uri="{FF2B5EF4-FFF2-40B4-BE49-F238E27FC236}">
                <a16:creationId xmlns:a16="http://schemas.microsoft.com/office/drawing/2014/main" id="{89A44592-4BA9-41E4-047D-99C96795B93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89311367"/>
              </p:ext>
            </p:extLst>
          </p:nvPr>
        </p:nvGraphicFramePr>
        <p:xfrm>
          <a:off x="223284" y="116959"/>
          <a:ext cx="11908406" cy="65549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46" name="Group 45">
            <a:extLst>
              <a:ext uri="{FF2B5EF4-FFF2-40B4-BE49-F238E27FC236}">
                <a16:creationId xmlns:a16="http://schemas.microsoft.com/office/drawing/2014/main" id="{89094CFB-B4F8-6D23-149F-F5A3B08666A4}"/>
              </a:ext>
            </a:extLst>
          </p:cNvPr>
          <p:cNvGrpSpPr/>
          <p:nvPr/>
        </p:nvGrpSpPr>
        <p:grpSpPr>
          <a:xfrm>
            <a:off x="8036540" y="1728592"/>
            <a:ext cx="2644021" cy="714316"/>
            <a:chOff x="7686812" y="2664652"/>
            <a:chExt cx="2789835" cy="713525"/>
          </a:xfrm>
        </p:grpSpPr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12976978-7556-1AD9-D041-A30CDFAD1E32}"/>
                </a:ext>
              </a:extLst>
            </p:cNvPr>
            <p:cNvSpPr/>
            <p:nvPr/>
          </p:nvSpPr>
          <p:spPr>
            <a:xfrm>
              <a:off x="7750448" y="2664652"/>
              <a:ext cx="2726199" cy="713525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4">
                <a:hueOff val="0"/>
                <a:satOff val="0"/>
                <a:lumOff val="0"/>
                <a:alphaOff val="0"/>
              </a:schemeClr>
            </a:fillRef>
            <a:effectRef idx="2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8" name="Rectangle: Rounded Corners 4">
              <a:extLst>
                <a:ext uri="{FF2B5EF4-FFF2-40B4-BE49-F238E27FC236}">
                  <a16:creationId xmlns:a16="http://schemas.microsoft.com/office/drawing/2014/main" id="{EF17063D-5864-F5AA-1592-595322B1DA77}"/>
                </a:ext>
              </a:extLst>
            </p:cNvPr>
            <p:cNvSpPr txBox="1"/>
            <p:nvPr/>
          </p:nvSpPr>
          <p:spPr>
            <a:xfrm>
              <a:off x="7686812" y="2685519"/>
              <a:ext cx="2684404" cy="67172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795" tIns="10795" rIns="10795" bIns="10795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700" kern="1200" dirty="0">
                  <a:solidFill>
                    <a:schemeClr val="tx1"/>
                  </a:solidFill>
                </a:rPr>
                <a:t>Adam</a:t>
              </a:r>
            </a:p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kern="1200" dirty="0"/>
                <a:t>Utah &amp; GA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1D921542-ACC6-253A-CCFB-69A40D2E0760}"/>
              </a:ext>
            </a:extLst>
          </p:cNvPr>
          <p:cNvGrpSpPr/>
          <p:nvPr/>
        </p:nvGrpSpPr>
        <p:grpSpPr>
          <a:xfrm>
            <a:off x="8052801" y="4748679"/>
            <a:ext cx="2627760" cy="714316"/>
            <a:chOff x="7765711" y="2120615"/>
            <a:chExt cx="2729222" cy="714316"/>
          </a:xfrm>
        </p:grpSpPr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56D7A3D7-0A68-0246-737F-CD4157640F6A}"/>
                </a:ext>
              </a:extLst>
            </p:cNvPr>
            <p:cNvSpPr/>
            <p:nvPr/>
          </p:nvSpPr>
          <p:spPr>
            <a:xfrm>
              <a:off x="7765711" y="2120615"/>
              <a:ext cx="2729222" cy="714316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4">
                <a:hueOff val="0"/>
                <a:satOff val="0"/>
                <a:lumOff val="0"/>
                <a:alphaOff val="0"/>
              </a:schemeClr>
            </a:fillRef>
            <a:effectRef idx="2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51" name="Rectangle: Rounded Corners 4">
              <a:extLst>
                <a:ext uri="{FF2B5EF4-FFF2-40B4-BE49-F238E27FC236}">
                  <a16:creationId xmlns:a16="http://schemas.microsoft.com/office/drawing/2014/main" id="{94B58024-BA35-6AC6-7D71-DB0511991A47}"/>
                </a:ext>
              </a:extLst>
            </p:cNvPr>
            <p:cNvSpPr txBox="1"/>
            <p:nvPr/>
          </p:nvSpPr>
          <p:spPr>
            <a:xfrm>
              <a:off x="7786633" y="2141537"/>
              <a:ext cx="2687378" cy="69339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795" tIns="10795" rIns="10795" bIns="10795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700" kern="1200" dirty="0">
                  <a:solidFill>
                    <a:schemeClr val="tx1"/>
                  </a:solidFill>
                </a:rPr>
                <a:t>Rofina</a:t>
              </a:r>
              <a:endParaRPr lang="en-US" sz="1700" dirty="0">
                <a:solidFill>
                  <a:schemeClr val="tx1"/>
                </a:solidFill>
              </a:endParaRPr>
            </a:p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kern="1200" dirty="0">
                  <a:solidFill>
                    <a:schemeClr val="bg1"/>
                  </a:solidFill>
                </a:rPr>
                <a:t>Collin &amp; Hidalgo</a:t>
              </a:r>
            </a:p>
          </p:txBody>
        </p:sp>
      </p:grp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B152D3E-C8C1-29E9-52FC-76DB473D508D}"/>
              </a:ext>
            </a:extLst>
          </p:cNvPr>
          <p:cNvCxnSpPr>
            <a:cxnSpLocks/>
            <a:endCxn id="48" idx="1"/>
          </p:cNvCxnSpPr>
          <p:nvPr/>
        </p:nvCxnSpPr>
        <p:spPr>
          <a:xfrm flipV="1">
            <a:off x="6311418" y="2085719"/>
            <a:ext cx="1725122" cy="260575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pSp>
        <p:nvGrpSpPr>
          <p:cNvPr id="1054" name="Group 1053">
            <a:extLst>
              <a:ext uri="{FF2B5EF4-FFF2-40B4-BE49-F238E27FC236}">
                <a16:creationId xmlns:a16="http://schemas.microsoft.com/office/drawing/2014/main" id="{3FCF68C1-2BB3-25EC-7E37-189DA7E9F2DE}"/>
              </a:ext>
            </a:extLst>
          </p:cNvPr>
          <p:cNvGrpSpPr/>
          <p:nvPr/>
        </p:nvGrpSpPr>
        <p:grpSpPr>
          <a:xfrm>
            <a:off x="8159895" y="5823806"/>
            <a:ext cx="2587472" cy="766326"/>
            <a:chOff x="7514798" y="4543642"/>
            <a:chExt cx="2627760" cy="757501"/>
          </a:xfrm>
        </p:grpSpPr>
        <p:sp>
          <p:nvSpPr>
            <p:cNvPr id="1056" name="Rectangle: Rounded Corners 1055">
              <a:extLst>
                <a:ext uri="{FF2B5EF4-FFF2-40B4-BE49-F238E27FC236}">
                  <a16:creationId xmlns:a16="http://schemas.microsoft.com/office/drawing/2014/main" id="{82EACC2F-0409-5F51-0903-DC1752DC71B7}"/>
                </a:ext>
              </a:extLst>
            </p:cNvPr>
            <p:cNvSpPr/>
            <p:nvPr/>
          </p:nvSpPr>
          <p:spPr>
            <a:xfrm>
              <a:off x="7514798" y="4543642"/>
              <a:ext cx="2627760" cy="757501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4">
                <a:hueOff val="0"/>
                <a:satOff val="0"/>
                <a:lumOff val="0"/>
                <a:alphaOff val="0"/>
              </a:schemeClr>
            </a:fillRef>
            <a:effectRef idx="2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057" name="Rectangle: Rounded Corners 4">
              <a:extLst>
                <a:ext uri="{FF2B5EF4-FFF2-40B4-BE49-F238E27FC236}">
                  <a16:creationId xmlns:a16="http://schemas.microsoft.com/office/drawing/2014/main" id="{15264EE3-C199-A16A-DE07-026539B9C2BF}"/>
                </a:ext>
              </a:extLst>
            </p:cNvPr>
            <p:cNvSpPr txBox="1"/>
            <p:nvPr/>
          </p:nvSpPr>
          <p:spPr>
            <a:xfrm>
              <a:off x="7536984" y="4565829"/>
              <a:ext cx="2583388" cy="70430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1430" tIns="11430" rIns="11430" bIns="1143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800" kern="1200" dirty="0">
                  <a:solidFill>
                    <a:schemeClr val="tx1"/>
                  </a:solidFill>
                </a:rPr>
                <a:t>Mohan</a:t>
              </a:r>
            </a:p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600" kern="1200" dirty="0"/>
                <a:t>  Email Distro	</a:t>
              </a:r>
              <a:endParaRPr lang="en-US" sz="1600" kern="1200" dirty="0"/>
            </a:p>
          </p:txBody>
        </p:sp>
      </p:grpSp>
      <p:cxnSp>
        <p:nvCxnSpPr>
          <p:cNvPr id="1058" name="Straight Connector 1057">
            <a:extLst>
              <a:ext uri="{FF2B5EF4-FFF2-40B4-BE49-F238E27FC236}">
                <a16:creationId xmlns:a16="http://schemas.microsoft.com/office/drawing/2014/main" id="{C7B8104E-7AE9-B4F0-FB93-6BBE5FAD8F96}"/>
              </a:ext>
            </a:extLst>
          </p:cNvPr>
          <p:cNvCxnSpPr>
            <a:cxnSpLocks/>
          </p:cNvCxnSpPr>
          <p:nvPr/>
        </p:nvCxnSpPr>
        <p:spPr>
          <a:xfrm>
            <a:off x="5497032" y="4893783"/>
            <a:ext cx="0" cy="965567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98" name="Straight Connector 1097">
            <a:extLst>
              <a:ext uri="{FF2B5EF4-FFF2-40B4-BE49-F238E27FC236}">
                <a16:creationId xmlns:a16="http://schemas.microsoft.com/office/drawing/2014/main" id="{8B610260-A4A7-813A-1ACE-779BBBC02B28}"/>
              </a:ext>
            </a:extLst>
          </p:cNvPr>
          <p:cNvCxnSpPr>
            <a:cxnSpLocks/>
            <a:endCxn id="50" idx="1"/>
          </p:cNvCxnSpPr>
          <p:nvPr/>
        </p:nvCxnSpPr>
        <p:spPr>
          <a:xfrm>
            <a:off x="6290368" y="4294807"/>
            <a:ext cx="1762433" cy="81103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00" name="Straight Connector 1099">
            <a:extLst>
              <a:ext uri="{FF2B5EF4-FFF2-40B4-BE49-F238E27FC236}">
                <a16:creationId xmlns:a16="http://schemas.microsoft.com/office/drawing/2014/main" id="{A4FEA9D0-2C7A-2FD0-E8FA-D66C380EEA2A}"/>
              </a:ext>
            </a:extLst>
          </p:cNvPr>
          <p:cNvCxnSpPr>
            <a:cxnSpLocks/>
          </p:cNvCxnSpPr>
          <p:nvPr/>
        </p:nvCxnSpPr>
        <p:spPr>
          <a:xfrm>
            <a:off x="6248400" y="4294807"/>
            <a:ext cx="1911495" cy="178930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pSp>
        <p:nvGrpSpPr>
          <p:cNvPr id="1106" name="Group 1105">
            <a:extLst>
              <a:ext uri="{FF2B5EF4-FFF2-40B4-BE49-F238E27FC236}">
                <a16:creationId xmlns:a16="http://schemas.microsoft.com/office/drawing/2014/main" id="{7DCBF7D0-9CB3-5394-A896-1699B58C66FB}"/>
              </a:ext>
            </a:extLst>
          </p:cNvPr>
          <p:cNvGrpSpPr/>
          <p:nvPr/>
        </p:nvGrpSpPr>
        <p:grpSpPr>
          <a:xfrm>
            <a:off x="4448966" y="5859350"/>
            <a:ext cx="2627760" cy="757501"/>
            <a:chOff x="7514798" y="4543642"/>
            <a:chExt cx="2627760" cy="757501"/>
          </a:xfrm>
        </p:grpSpPr>
        <p:sp>
          <p:nvSpPr>
            <p:cNvPr id="1107" name="Rectangle: Rounded Corners 1106">
              <a:extLst>
                <a:ext uri="{FF2B5EF4-FFF2-40B4-BE49-F238E27FC236}">
                  <a16:creationId xmlns:a16="http://schemas.microsoft.com/office/drawing/2014/main" id="{FDBC99AB-7541-88A3-4E73-A092680FD6E8}"/>
                </a:ext>
              </a:extLst>
            </p:cNvPr>
            <p:cNvSpPr/>
            <p:nvPr/>
          </p:nvSpPr>
          <p:spPr>
            <a:xfrm>
              <a:off x="7514798" y="4543642"/>
              <a:ext cx="2627760" cy="757501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4">
                <a:hueOff val="0"/>
                <a:satOff val="0"/>
                <a:lumOff val="0"/>
                <a:alphaOff val="0"/>
              </a:schemeClr>
            </a:fillRef>
            <a:effectRef idx="2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08" name="Rectangle: Rounded Corners 4">
              <a:extLst>
                <a:ext uri="{FF2B5EF4-FFF2-40B4-BE49-F238E27FC236}">
                  <a16:creationId xmlns:a16="http://schemas.microsoft.com/office/drawing/2014/main" id="{ED358F1E-9CEF-6D44-E5A4-C04903D45532}"/>
                </a:ext>
              </a:extLst>
            </p:cNvPr>
            <p:cNvSpPr txBox="1"/>
            <p:nvPr/>
          </p:nvSpPr>
          <p:spPr>
            <a:xfrm>
              <a:off x="7536984" y="4565828"/>
              <a:ext cx="2583388" cy="71312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1430" tIns="11430" rIns="11430" bIns="1143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800" kern="1200" dirty="0" err="1">
                  <a:solidFill>
                    <a:schemeClr val="tx1"/>
                  </a:solidFill>
                </a:rPr>
                <a:t>Saradha</a:t>
              </a:r>
              <a:endParaRPr lang="en-IN" sz="1800" kern="1200" dirty="0">
                <a:solidFill>
                  <a:schemeClr val="tx1"/>
                </a:solidFill>
              </a:endParaRPr>
            </a:p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600" kern="1200" dirty="0"/>
                <a:t>      Special Request	</a:t>
              </a:r>
              <a:endParaRPr lang="en-US" sz="16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99921719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Yellow Orang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ilk Glass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irectSourceMarket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ThumbnailAssetId xmlns="4873beb7-5857-4685-be1f-d57550cc96cc" xsi:nil="true"/>
    <PrimaryImageGen xmlns="4873beb7-5857-4685-be1f-d57550cc96cc">true</PrimaryImageGen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1669306</Value>
      <Value>1669445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 xsi:nil="true"/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2013-01-21T07:54:00+00:00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ShowIn xmlns="4873beb7-5857-4685-be1f-d57550cc96cc">Show everywhere</ShowIn>
    <UANotes xmlns="4873beb7-5857-4685-be1f-d57550cc96cc" xsi:nil="true"/>
    <TemplateStatus xmlns="4873beb7-5857-4685-be1f-d57550cc96cc">Complete</TemplateStatus>
    <InternalTagsTaxHTField0 xmlns="4873beb7-5857-4685-be1f-d57550cc96cc">
      <Terms xmlns="http://schemas.microsoft.com/office/infopath/2007/PartnerControls"/>
    </InternalTagsTaxHTField0>
    <CSXHash xmlns="4873beb7-5857-4685-be1f-d57550cc96cc" xsi:nil="true"/>
    <Downloads xmlns="4873beb7-5857-4685-be1f-d57550cc96cc">0</Downloads>
    <VoteCount xmlns="4873beb7-5857-4685-be1f-d57550cc96cc" xsi:nil="true"/>
    <OOCacheId xmlns="4873beb7-5857-4685-be1f-d57550cc96cc" xsi:nil="true"/>
    <IsDeleted xmlns="4873beb7-5857-4685-be1f-d57550cc96cc">false</IsDeleted>
    <AssetExpire xmlns="4873beb7-5857-4685-be1f-d57550cc96cc">2029-01-01T08:00:00+00:00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SubmitterId xmlns="4873beb7-5857-4685-be1f-d57550cc96cc" xsi:nil="true"/>
    <EditorialTags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ApprovalLog xmlns="4873beb7-5857-4685-be1f-d57550cc96cc" xsi:nil="true"/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TP104001058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875887</LocLastLocAttemptVersionLookup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LocMarketGroupTiers2 xmlns="4873beb7-5857-4685-be1f-d57550cc96cc" xsi:nil="true"/>
    <IntlLangReview xmlns="4873beb7-5857-4685-be1f-d57550cc96cc">false</IntlLangReview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OriginalRelease xmlns="4873beb7-5857-4685-be1f-d57550cc96cc">15</OriginalRelease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</documentManagement>
</p:properties>
</file>

<file path=customXml/itemProps1.xml><?xml version="1.0" encoding="utf-8"?>
<ds:datastoreItem xmlns:ds="http://schemas.openxmlformats.org/officeDocument/2006/customXml" ds:itemID="{095EAC7E-3670-4A33-88E9-089AAE82E0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ED8FEBD-5ABD-4CF4-8A24-EAAA08BD571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7CCCEA7-1327-49DD-AC35-4264F7CCB5D7}">
  <ds:schemaRefs>
    <ds:schemaRef ds:uri="http://schemas.microsoft.com/office/2006/metadata/properties"/>
    <ds:schemaRef ds:uri="http://schemas.microsoft.com/office/infopath/2007/PartnerControls"/>
    <ds:schemaRef ds:uri="4873beb7-5857-4685-be1f-d57550cc96c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1740</TotalTime>
  <Words>627</Words>
  <Application>Microsoft Office PowerPoint</Application>
  <PresentationFormat>Widescreen</PresentationFormat>
  <Paragraphs>319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Trebuchet MS</vt:lpstr>
      <vt:lpstr>Trebuchet MS (Body)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Deepika Nagarathinam</dc:creator>
  <cp:lastModifiedBy>Deepika Nagarathinam</cp:lastModifiedBy>
  <cp:revision>153</cp:revision>
  <dcterms:created xsi:type="dcterms:W3CDTF">2023-07-26T10:26:48Z</dcterms:created>
  <dcterms:modified xsi:type="dcterms:W3CDTF">2023-07-28T11:26:26Z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