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8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812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37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44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2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07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3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80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59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31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6367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53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62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04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2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293EB3-727C-4941-B2D7-2CFD829EEFE4}" type="datetimeFigureOut">
              <a:rPr lang="en-IN" smtClean="0"/>
              <a:t>11-07-2022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BD6E8-53CA-4628-B7F4-D02700233C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692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inspartaxxapp/ClientSetup/MainScreenSearch/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hcad.org/quick-search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Housebill Sales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HCAD HB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59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>
              <a:latin typeface="Palatino Linotype" panose="0204050205050503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 The purpose of the HB Sales is to provide the Sales comparison for Sales Team. The Housebill contains neighborhood sales that is provided from the county site.</a:t>
            </a:r>
          </a:p>
          <a:p>
            <a:endParaRPr lang="en-US" dirty="0">
              <a:latin typeface="Palatino Linotype" panose="02040502050505030304" pitchFamily="18" charset="0"/>
            </a:endParaRPr>
          </a:p>
          <a:p>
            <a:r>
              <a:rPr lang="en-US" dirty="0">
                <a:latin typeface="Palatino Linotype" panose="02040502050505030304" pitchFamily="18" charset="0"/>
              </a:rPr>
              <a:t>We are using the </a:t>
            </a:r>
            <a:r>
              <a:rPr lang="en-US" u="sng" dirty="0" err="1">
                <a:latin typeface="Palatino Linotype" panose="02040502050505030304" pitchFamily="18" charset="0"/>
              </a:rPr>
              <a:t>HBExtractor</a:t>
            </a:r>
            <a:r>
              <a:rPr lang="en-US" u="sng" dirty="0">
                <a:latin typeface="Palatino Linotype" panose="02040502050505030304" pitchFamily="18" charset="0"/>
              </a:rPr>
              <a:t> Tool </a:t>
            </a:r>
            <a:r>
              <a:rPr lang="en-US" dirty="0">
                <a:latin typeface="Palatino Linotype" panose="02040502050505030304" pitchFamily="18" charset="0"/>
              </a:rPr>
              <a:t>to process the HCAD HB Sales.</a:t>
            </a:r>
          </a:p>
        </p:txBody>
      </p:sp>
    </p:spTree>
    <p:extLst>
      <p:ext uri="{BB962C8B-B14F-4D97-AF65-F5344CB8AC3E}">
        <p14:creationId xmlns:p14="http://schemas.microsoft.com/office/powerpoint/2010/main" val="44021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Source:</a:t>
            </a:r>
          </a:p>
          <a:p>
            <a:r>
              <a:rPr lang="en-US" dirty="0">
                <a:latin typeface="Palatino Linotype" panose="02040502050505030304" pitchFamily="18" charset="0"/>
              </a:rPr>
              <a:t> Previously we were running the </a:t>
            </a:r>
            <a:r>
              <a:rPr lang="en-US" dirty="0" err="1">
                <a:latin typeface="Palatino Linotype" panose="02040502050505030304" pitchFamily="18" charset="0"/>
              </a:rPr>
              <a:t>Nightcrawler</a:t>
            </a:r>
            <a:r>
              <a:rPr lang="en-US" dirty="0">
                <a:latin typeface="Palatino Linotype" panose="02040502050505030304" pitchFamily="18" charset="0"/>
              </a:rPr>
              <a:t> site to pull the records to process. If this process is running the </a:t>
            </a:r>
            <a:r>
              <a:rPr lang="en-US" dirty="0" err="1">
                <a:latin typeface="Palatino Linotype" panose="02040502050505030304" pitchFamily="18" charset="0"/>
              </a:rPr>
              <a:t>housbill</a:t>
            </a:r>
            <a:r>
              <a:rPr lang="en-US" dirty="0">
                <a:latin typeface="Palatino Linotype" panose="02040502050505030304" pitchFamily="18" charset="0"/>
              </a:rPr>
              <a:t> will automatically indexed to </a:t>
            </a:r>
            <a:r>
              <a:rPr lang="en-US" dirty="0" err="1">
                <a:latin typeface="Palatino Linotype" panose="02040502050505030304" pitchFamily="18" charset="0"/>
              </a:rPr>
              <a:t>Paperwise</a:t>
            </a:r>
            <a:r>
              <a:rPr lang="en-US" dirty="0">
                <a:latin typeface="Palatino Linotype" panose="02040502050505030304" pitchFamily="18" charset="0"/>
              </a:rPr>
              <a:t> (HB</a:t>
            </a:r>
          </a:p>
          <a:p>
            <a:r>
              <a:rPr lang="en-US" dirty="0">
                <a:latin typeface="Palatino Linotype" panose="02040502050505030304" pitchFamily="18" charset="0"/>
              </a:rPr>
              <a:t>If we are doing manually, download the records from </a:t>
            </a:r>
            <a:r>
              <a:rPr lang="en-US" u="sng" dirty="0" err="1">
                <a:latin typeface="Palatino Linotype" panose="02040502050505030304" pitchFamily="18" charset="0"/>
              </a:rPr>
              <a:t>Inspartaxx</a:t>
            </a:r>
            <a:r>
              <a:rPr lang="en-US" dirty="0">
                <a:latin typeface="Palatino Linotype" panose="02040502050505030304" pitchFamily="18" charset="0"/>
              </a:rPr>
              <a:t>  application based on Hearing Date (14 days ahead) from the current date.</a:t>
            </a:r>
          </a:p>
          <a:p>
            <a:r>
              <a:rPr lang="en-US" u="sng" dirty="0" err="1">
                <a:latin typeface="Palatino Linotype" panose="02040502050505030304" pitchFamily="18" charset="0"/>
              </a:rPr>
              <a:t>Inspartaxx</a:t>
            </a:r>
            <a:r>
              <a:rPr lang="en-US" u="sng" dirty="0">
                <a:latin typeface="Palatino Linotype" panose="02040502050505030304" pitchFamily="18" charset="0"/>
              </a:rPr>
              <a:t> Link: </a:t>
            </a:r>
            <a:r>
              <a:rPr lang="en-US" u="sng" dirty="0">
                <a:latin typeface="Palatino Linotype" panose="02040502050505030304" pitchFamily="18" charset="0"/>
                <a:hlinkClick r:id="rId2"/>
              </a:rPr>
              <a:t>http://inspartaxxapp/ClientSetup/MainScreenSearch/1</a:t>
            </a:r>
            <a:endParaRPr lang="en-US" u="sng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endParaRPr lang="en-US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  <a:p>
            <a:pPr marL="0" indent="0">
              <a:buNone/>
            </a:pPr>
            <a:endParaRPr 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44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Generating Source Records:</a:t>
            </a:r>
          </a:p>
          <a:p>
            <a:r>
              <a:rPr lang="en-US" dirty="0"/>
              <a:t>The Source records should be downloaded from </a:t>
            </a:r>
            <a:r>
              <a:rPr lang="en-US" dirty="0" err="1"/>
              <a:t>Inspartaxx</a:t>
            </a:r>
            <a:r>
              <a:rPr lang="en-US" dirty="0"/>
              <a:t> Tool for both Informal &amp; Formal Hearing.</a:t>
            </a:r>
          </a:p>
          <a:p>
            <a:pPr marL="0" indent="0">
              <a:buNone/>
            </a:pPr>
            <a:r>
              <a:rPr lang="en-US" b="1" u="sng" dirty="0"/>
              <a:t>Informal Hearing: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Open the </a:t>
            </a:r>
            <a:r>
              <a:rPr lang="en-US" sz="2400" dirty="0" err="1"/>
              <a:t>Inspartaxx</a:t>
            </a:r>
            <a:r>
              <a:rPr lang="en-US" sz="2400" dirty="0"/>
              <a:t> application.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Select the Report tab.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Select Hearing in the Category Name (Dropdown) &amp; Hearing Accounts for </a:t>
            </a:r>
            <a:r>
              <a:rPr lang="en-US" sz="2400" dirty="0" err="1"/>
              <a:t>Smartprep</a:t>
            </a:r>
            <a:r>
              <a:rPr lang="en-US" sz="2400" dirty="0"/>
              <a:t> (Informal Hearing) from Report Name.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Select the County HCAD from field Name County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Provide the date in Informal Hearing Date field. (Date range should be 14 days above from the current date).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Click on the Generate Excel tab to download the file.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Open the downloaded file and remove the Inactive &amp; Sold Records from the list.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marL="0" indent="0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86230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81381"/>
            <a:ext cx="11771428" cy="6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2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Formal Hearing: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Open the </a:t>
            </a:r>
            <a:r>
              <a:rPr lang="en-US" dirty="0" err="1"/>
              <a:t>Inspartaxx</a:t>
            </a:r>
            <a:r>
              <a:rPr lang="en-US" dirty="0"/>
              <a:t> application.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Select the Report tab.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Select Hearing in the Category Name (Dropdown) &amp; Formal Hearing Schedule (Formal Hearing) from Report Name.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Provide the date in Formal Hearing Date field. (Date range should be 14 days above from the current date).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Select the County HCAD from field Name County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Click on the Generate Excel tab to download the file.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52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Downloading Process:</a:t>
            </a:r>
            <a:endParaRPr lang="en-US" dirty="0"/>
          </a:p>
          <a:p>
            <a:r>
              <a:rPr lang="en-US" dirty="0"/>
              <a:t>Generate the </a:t>
            </a:r>
            <a:r>
              <a:rPr lang="en-US" dirty="0" err="1"/>
              <a:t>AgentID</a:t>
            </a:r>
            <a:r>
              <a:rPr lang="en-US" dirty="0"/>
              <a:t> for all the Accounts from the CAD Site.</a:t>
            </a:r>
          </a:p>
          <a:p>
            <a:r>
              <a:rPr lang="en-US" dirty="0"/>
              <a:t>Cad Site Link: </a:t>
            </a:r>
            <a:r>
              <a:rPr lang="en-US" dirty="0">
                <a:hlinkClick r:id="rId2"/>
              </a:rPr>
              <a:t>http://hcad.org/quick-search/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810" y="3315479"/>
            <a:ext cx="8723147" cy="286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45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1" y="0"/>
            <a:ext cx="107840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0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Select the respective agent id, paste the Account Number &amp; Select Value Protest &amp; Hearing Information in the Check box and View the information. As shown below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02765"/>
            <a:ext cx="9107905" cy="36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0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the Account Number to view the Housebill page.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8186"/>
            <a:ext cx="9552589" cy="302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47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the Hearing Evidence Link to View the Housebill 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8" y="2466476"/>
            <a:ext cx="7923272" cy="359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2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</a:t>
            </a:r>
            <a:r>
              <a:rPr lang="en-US" dirty="0" err="1"/>
              <a:t>housebill</a:t>
            </a:r>
            <a:r>
              <a:rPr lang="en-US" dirty="0"/>
              <a:t> once the page viewed as shown below.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28" y="2356984"/>
            <a:ext cx="8920415" cy="32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40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Indexing:</a:t>
            </a:r>
          </a:p>
          <a:p>
            <a:endParaRPr lang="en-US" dirty="0"/>
          </a:p>
          <a:p>
            <a:r>
              <a:rPr lang="en-US" dirty="0"/>
              <a:t>Once the downloading process has done provide the downloaded documents to Respective Programming to Index the </a:t>
            </a:r>
            <a:r>
              <a:rPr lang="en-US" dirty="0" err="1"/>
              <a:t>housebill</a:t>
            </a:r>
            <a:r>
              <a:rPr lang="en-US" dirty="0"/>
              <a:t> to </a:t>
            </a:r>
            <a:r>
              <a:rPr lang="en-US" dirty="0" err="1"/>
              <a:t>Paperwise</a:t>
            </a:r>
            <a:r>
              <a:rPr lang="en-US" dirty="0"/>
              <a:t>. If this task is completed we can able to  view the production file from the HB Extractor Tool.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696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Processing in HB Extractor Tool</a:t>
            </a:r>
          </a:p>
          <a:p>
            <a:r>
              <a:rPr lang="en-US" dirty="0"/>
              <a:t>Open the HB Extractor Tool</a:t>
            </a:r>
          </a:p>
          <a:p>
            <a:r>
              <a:rPr lang="en-US" dirty="0"/>
              <a:t>Extract the Records from Tool as per the Scan Date.</a:t>
            </a:r>
          </a:p>
          <a:p>
            <a:r>
              <a:rPr lang="en-US" dirty="0"/>
              <a:t>Once the Records Extracted, Go to the Sale Data page &amp; Select the respective batch ID to view the Sales belongs to Extracted Accounts.</a:t>
            </a:r>
          </a:p>
          <a:p>
            <a:r>
              <a:rPr lang="en-US" dirty="0"/>
              <a:t>Download all the sales type to work, and validate the required fields as shown below.</a:t>
            </a:r>
          </a:p>
        </p:txBody>
      </p:sp>
    </p:spTree>
    <p:extLst>
      <p:ext uri="{BB962C8B-B14F-4D97-AF65-F5344CB8AC3E}">
        <p14:creationId xmlns:p14="http://schemas.microsoft.com/office/powerpoint/2010/main" val="4032113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5699" y="3244333"/>
            <a:ext cx="5676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HB Extractor Tool Screenshot to be added</a:t>
            </a:r>
          </a:p>
        </p:txBody>
      </p:sp>
    </p:spTree>
    <p:extLst>
      <p:ext uri="{BB962C8B-B14F-4D97-AF65-F5344CB8AC3E}">
        <p14:creationId xmlns:p14="http://schemas.microsoft.com/office/powerpoint/2010/main" val="202319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Required Fields to Validate</a:t>
            </a:r>
          </a:p>
          <a:p>
            <a:pPr marL="0" indent="0">
              <a:buNone/>
            </a:pPr>
            <a:endParaRPr lang="en-IN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26" y="2383409"/>
            <a:ext cx="10178716" cy="347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33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alatino Linotype" panose="02040502050505030304" pitchFamily="18" charset="0"/>
              </a:rPr>
              <a:t>HCAD HB Sales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the Source as CAD, Source 2 as CAD &amp; Source Group ID as CAD – PTAX.</a:t>
            </a:r>
          </a:p>
          <a:p>
            <a:r>
              <a:rPr lang="en-US" dirty="0"/>
              <a:t>Update the Film Code for the Null Accounts as “OCA” followed by the account number.</a:t>
            </a:r>
          </a:p>
          <a:p>
            <a:r>
              <a:rPr lang="en-US" dirty="0"/>
              <a:t>Click the below document to view the sample record.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Validated the record, upload the file HB Extractor Sales Uploader. Ensure to click the Source from Housebill before loading.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056627"/>
              </p:ext>
            </p:extLst>
          </p:nvPr>
        </p:nvGraphicFramePr>
        <p:xfrm>
          <a:off x="1163053" y="4172617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480" progId="Excel.Sheet.8">
                  <p:embed/>
                </p:oleObj>
              </mc:Choice>
              <mc:Fallback>
                <p:oleObj name="Worksheet" showAsIcon="1" r:id="rId2" imgW="914400" imgH="771480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3053" y="4172617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050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05" y="2067762"/>
            <a:ext cx="9404723" cy="1400530"/>
          </a:xfrm>
        </p:spPr>
        <p:txBody>
          <a:bodyPr/>
          <a:lstStyle/>
          <a:p>
            <a:r>
              <a:rPr lang="en-US" dirty="0"/>
              <a:t>Uploading screenshot to be added</a:t>
            </a:r>
          </a:p>
        </p:txBody>
      </p:sp>
    </p:spTree>
    <p:extLst>
      <p:ext uri="{BB962C8B-B14F-4D97-AF65-F5344CB8AC3E}">
        <p14:creationId xmlns:p14="http://schemas.microsoft.com/office/powerpoint/2010/main" val="28339187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175</TotalTime>
  <Words>616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Century Gothic</vt:lpstr>
      <vt:lpstr>Palatino Linotype</vt:lpstr>
      <vt:lpstr>Wingdings</vt:lpstr>
      <vt:lpstr>Wingdings 3</vt:lpstr>
      <vt:lpstr>Ion</vt:lpstr>
      <vt:lpstr>Worksheet</vt:lpstr>
      <vt:lpstr>Housebill Sales</vt:lpstr>
      <vt:lpstr>HCAD HB Sales</vt:lpstr>
      <vt:lpstr>HCAD HB Sales</vt:lpstr>
      <vt:lpstr>HCAD HB Sales</vt:lpstr>
      <vt:lpstr>PowerPoint Presentation</vt:lpstr>
      <vt:lpstr>HCAD HB Sales</vt:lpstr>
      <vt:lpstr>PowerPoint Presentation</vt:lpstr>
      <vt:lpstr>HCAD HB Sales</vt:lpstr>
      <vt:lpstr>PowerPoint Presentation</vt:lpstr>
      <vt:lpstr>HCAD HB Sales</vt:lpstr>
      <vt:lpstr>HCAD HB Sales</vt:lpstr>
      <vt:lpstr>HCAD HB Sales</vt:lpstr>
      <vt:lpstr>HCAD HB Sales</vt:lpstr>
      <vt:lpstr>HCAD HB Sales</vt:lpstr>
      <vt:lpstr>HCAD HB Sales</vt:lpstr>
      <vt:lpstr>PowerPoint Presentation</vt:lpstr>
      <vt:lpstr>PowerPoint Presentation</vt:lpstr>
      <vt:lpstr>HCAD HB Sales</vt:lpstr>
      <vt:lpstr>Uploading screenshot to be added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Housebill Sales</dc:title>
  <dc:creator>PFBASAMTL04</dc:creator>
  <cp:lastModifiedBy>Praveen Kumar P</cp:lastModifiedBy>
  <cp:revision>17</cp:revision>
  <dcterms:created xsi:type="dcterms:W3CDTF">2018-12-06T09:36:49Z</dcterms:created>
  <dcterms:modified xsi:type="dcterms:W3CDTF">2022-07-11T07:56:04Z</dcterms:modified>
</cp:coreProperties>
</file>